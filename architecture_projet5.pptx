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1161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Projet 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069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CSV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0" y="77724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C97C3A"/>
          </a:solidFill>
          <a:ln w="12700">
            <a:solidFill>
              <a:srgbClr val="C97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804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069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04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069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central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949440" y="77724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804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1069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281160" y="77724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804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81160" y="1069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1371600"/>
            <a:ext cx="1828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1371600"/>
            <a:ext cx="50292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healthcare_dataset.csv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principal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1938528"/>
            <a:ext cx="1828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1938528"/>
            <a:ext cx="50292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9842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healthcare_dataset_test.csv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test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505456"/>
            <a:ext cx="1828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505456"/>
            <a:ext cx="50292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55117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export.csv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MongoDB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0" y="1371600"/>
            <a:ext cx="18288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7C3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0" y="1371600"/>
            <a:ext cx="50292" cy="2377440"/>
          </a:xfrm>
          <a:prstGeom prst="rect">
            <a:avLst/>
          </a:prstGeom>
          <a:solidFill>
            <a:srgbClr val="C97C3A"/>
          </a:solidFill>
          <a:ln w="12700">
            <a:solidFill>
              <a:srgbClr val="C97C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141732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9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cleaning_df.py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connexion_mongodb.py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create_index_mongodb.py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crud_mongodb.py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export_from_mongodb.py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migration_to_mongodb.py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parser_liste_env.py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1371600"/>
            <a:ext cx="1828800" cy="685800"/>
          </a:xfrm>
          <a:prstGeom prst="rect">
            <a:avLst/>
          </a:prstGeom>
          <a:solidFill>
            <a:srgbClr val="FFF5F5"/>
          </a:solidFill>
          <a:ln w="19050">
            <a:solidFill>
              <a:srgbClr val="E05A5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371600"/>
            <a:ext cx="50292" cy="6858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principal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121408"/>
            <a:ext cx="1828800" cy="685800"/>
          </a:xfrm>
          <a:prstGeom prst="rect">
            <a:avLst/>
          </a:prstGeom>
          <a:solidFill>
            <a:srgbClr val="FFF5F5"/>
          </a:solidFill>
          <a:ln w="19050">
            <a:solidFill>
              <a:srgbClr val="E05A5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121408"/>
            <a:ext cx="50292" cy="6858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1671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notebook_projet_5.ipynb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exploration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2880360"/>
            <a:ext cx="1828800" cy="1097280"/>
          </a:xfrm>
          <a:prstGeom prst="rect">
            <a:avLst/>
          </a:prstGeom>
          <a:solidFill>
            <a:srgbClr val="F0F4FF"/>
          </a:solidFill>
          <a:ln w="12700">
            <a:solidFill>
              <a:srgbClr val="C0C8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9077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Infra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36592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 ·  .gitignore  ·  docker-compose.yml  ·  Dockerfile  ·  Dockerfile.test  ·  pyproject.toml  ·  requirements.txt  ·  uv.lock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949440" y="1371600"/>
            <a:ext cx="1828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49440" y="1371600"/>
            <a:ext cx="50292" cy="7132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14173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script_migration_csv_mongodb.py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MongoDB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49440" y="2176272"/>
            <a:ext cx="1828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949440" y="2176272"/>
            <a:ext cx="50292" cy="7132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2221992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script_export_csv_mongodb.py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→ CSV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949440" y="2980944"/>
            <a:ext cx="1828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49440" y="2980944"/>
            <a:ext cx="50292" cy="7132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0" y="3026664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script_delete_collection_mongodb.py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collection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281160" y="1371600"/>
            <a:ext cx="1828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D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281160" y="1371600"/>
            <a:ext cx="50292" cy="530352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72600" y="14173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test_cleaning_df.py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données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281160" y="1975104"/>
            <a:ext cx="1828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D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281160" y="1975104"/>
            <a:ext cx="50292" cy="530352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72600" y="202082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test_crud_mongodb.py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MongoDB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281160" y="2578608"/>
            <a:ext cx="1828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D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281160" y="2578608"/>
            <a:ext cx="50292" cy="530352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72600" y="262432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test_export_mongodb.py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données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281160" y="3182112"/>
            <a:ext cx="1828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3A7D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281160" y="3182112"/>
            <a:ext cx="50292" cy="530352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72600" y="322783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test_migration_index_mongodb.py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index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075688" y="2468880"/>
            <a:ext cx="164592" cy="0"/>
          </a:xfrm>
          <a:prstGeom prst="line">
            <a:avLst/>
          </a:prstGeom>
          <a:noFill/>
          <a:ln w="25400">
            <a:solidFill>
              <a:srgbClr val="9BA8BF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133088" y="2468880"/>
            <a:ext cx="484632" cy="0"/>
          </a:xfrm>
          <a:prstGeom prst="line">
            <a:avLst/>
          </a:prstGeom>
          <a:noFill/>
          <a:ln w="25400">
            <a:solidFill>
              <a:srgbClr val="9BA8BF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510528" y="2468880"/>
            <a:ext cx="393192" cy="0"/>
          </a:xfrm>
          <a:prstGeom prst="line">
            <a:avLst/>
          </a:prstGeom>
          <a:noFill/>
          <a:ln w="25400">
            <a:solidFill>
              <a:srgbClr val="9BA8BF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796528" y="2468880"/>
            <a:ext cx="438912" cy="0"/>
          </a:xfrm>
          <a:prstGeom prst="line">
            <a:avLst/>
          </a:prstGeom>
          <a:noFill/>
          <a:ln w="25400">
            <a:solidFill>
              <a:srgbClr val="9BA8BF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228600" y="4343400"/>
            <a:ext cx="11704320" cy="347472"/>
          </a:xfrm>
          <a:prstGeom prst="rect">
            <a:avLst/>
          </a:prstGeom>
          <a:solidFill>
            <a:srgbClr val="D6584A"/>
          </a:solidFill>
          <a:ln w="12700">
            <a:solidFill>
              <a:srgbClr val="D658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34340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Orchestration  —  docker-compose.yml + Dockerfile + Dockerfile.test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28600" y="4727448"/>
            <a:ext cx="11704320" cy="347472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472744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Observabilité  —  Logs, Tests automatisés (Dockerfile.test)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28600" y="5111496"/>
            <a:ext cx="11704320" cy="347472"/>
          </a:xfrm>
          <a:prstGeom prst="rect">
            <a:avLst/>
          </a:prstGeom>
          <a:solidFill>
            <a:srgbClr val="6E7D9A"/>
          </a:solidFill>
          <a:ln w="12700">
            <a:solidFill>
              <a:srgbClr val="6E7D9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5111496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Gouvernance  —  .env, .gitignore, pyproject.toml, README.md, uv.lock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0149840" y="5568696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3572A5"/>
          </a:solidFill>
          <a:ln w="12700">
            <a:solidFill>
              <a:srgbClr val="285F8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149840" y="5568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uv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1155680" y="5568696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4DB33D"/>
          </a:solidFill>
          <a:ln w="12700">
            <a:solidFill>
              <a:srgbClr val="3A8A2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155680" y="5568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Projet5</dc:title>
  <dc:subject>PptxGenJS Presentation</dc:subject>
  <dc:creator>PptxGenJS</dc:creator>
  <cp:lastModifiedBy>PptxGenJS</cp:lastModifiedBy>
  <cp:revision>1</cp:revision>
  <dcterms:created xsi:type="dcterms:W3CDTF">2026-06-03T18:10:38Z</dcterms:created>
  <dcterms:modified xsi:type="dcterms:W3CDTF">2026-06-03T18:10:38Z</dcterms:modified>
</cp:coreProperties>
</file>