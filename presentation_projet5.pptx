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548640"/>
            <a:ext cx="502920" cy="5029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548640"/>
            <a:ext cx="502920" cy="5029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548640"/>
            <a:ext cx="502920" cy="5029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5 — OpenClassrooms Data Engineer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548640" y="12801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de données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MongoDB avec Docker</a:t>
            </a:r>
            <a:endParaRPr lang="en-US" sz="4000" dirty="0"/>
          </a:p>
        </p:txBody>
      </p:sp>
      <p:sp>
        <p:nvSpPr>
          <p:cNvPr id="10" name="Shape 5"/>
          <p:cNvSpPr/>
          <p:nvPr/>
        </p:nvSpPr>
        <p:spPr>
          <a:xfrm>
            <a:off x="548640" y="3383280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11" name="Text 6"/>
          <p:cNvSpPr/>
          <p:nvPr/>
        </p:nvSpPr>
        <p:spPr>
          <a:xfrm>
            <a:off x="548640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 3.11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2606040" y="3383280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00ED64"/>
          </a:solidFill>
          <a:ln/>
        </p:spPr>
      </p:sp>
      <p:sp>
        <p:nvSpPr>
          <p:cNvPr id="13" name="Text 8"/>
          <p:cNvSpPr/>
          <p:nvPr/>
        </p:nvSpPr>
        <p:spPr>
          <a:xfrm>
            <a:off x="2606040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MongoDB 7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663440" y="3383280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2496ED"/>
          </a:solidFill>
          <a:ln/>
        </p:spPr>
      </p:sp>
      <p:sp>
        <p:nvSpPr>
          <p:cNvPr id="15" name="Text 10"/>
          <p:cNvSpPr/>
          <p:nvPr/>
        </p:nvSpPr>
        <p:spPr>
          <a:xfrm>
            <a:off x="4663440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Docker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720840" y="3383280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EA580C"/>
          </a:solidFill>
          <a:ln/>
        </p:spPr>
      </p:sp>
      <p:sp>
        <p:nvSpPr>
          <p:cNvPr id="17" name="Text 12"/>
          <p:cNvSpPr/>
          <p:nvPr/>
        </p:nvSpPr>
        <p:spPr>
          <a:xfrm>
            <a:off x="6720840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Pytest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Datasolutech — Migration healthcare_dataset.csv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de la mission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5120640" cy="114300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182880" cy="1143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L'entreprise Datasolutech collecte des données de santé (healthcare_dataset.csv) et souhaite les stocker dans une base MongoDB pour en faciliter l'accès et l'exploitation.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5120640" cy="1143000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77440"/>
            <a:ext cx="182880" cy="1143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23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la migration des données CSV → MongoDB avec nettoyage, validation, création d'index et export — le tout dans un environnement Docker reproductible.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5120640" cy="114300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703320"/>
            <a:ext cx="182880" cy="11430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749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0233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doit être portable, testé automatiquement et documenté, pour être rejoué par n'importe quel membre de l'équipe sans installation manuelle.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1051560"/>
            <a:ext cx="31089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60720" y="1051560"/>
            <a:ext cx="31089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1051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healthcare_dataset.csv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06440" y="1600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name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06440" y="19110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06440" y="22219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gender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06440" y="25328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blood_type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06440" y="28437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medical_condition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06440" y="3154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date_of_admission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06440" y="34655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doctor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37764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hospital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60920" y="1600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insurance_provider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60920" y="19110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billing_amount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60920" y="22219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room_number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60920" y="25328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admission_type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60920" y="28437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discharge_date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60920" y="3154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medication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60920" y="34655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test_results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Docker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352044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828800" cy="2377440"/>
          </a:xfrm>
          <a:prstGeom prst="rect">
            <a:avLst/>
          </a:prstGeom>
          <a:solidFill>
            <a:srgbClr val="F0FFF4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1508760"/>
            <a:ext cx="731520" cy="731520"/>
          </a:xfrm>
          <a:prstGeom prst="ellipse">
            <a:avLst/>
          </a:prstGeom>
          <a:solidFill>
            <a:srgbClr val="00ED6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645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mongo_datasolutech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108960"/>
            <a:ext cx="164592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108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27018:27017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651760" y="1417320"/>
            <a:ext cx="1828800" cy="2377440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508760"/>
            <a:ext cx="731520" cy="73152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64592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5176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65176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-v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743200" y="3108960"/>
            <a:ext cx="164592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6"/>
          <p:cNvSpPr/>
          <p:nvPr/>
        </p:nvSpPr>
        <p:spPr>
          <a:xfrm>
            <a:off x="2743200" y="3108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Dockerfile.test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4754880" y="1417320"/>
            <a:ext cx="1828800" cy="237744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303520" y="15087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4592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5488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migration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75488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script_migration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846320" y="3108960"/>
            <a:ext cx="164592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2"/>
          <p:cNvSpPr/>
          <p:nvPr/>
        </p:nvSpPr>
        <p:spPr>
          <a:xfrm>
            <a:off x="4846320" y="3108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6858000" y="1417320"/>
            <a:ext cx="1828800" cy="237744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406640" y="150876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645920"/>
            <a:ext cx="457200" cy="4572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5800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685800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script_export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6949440" y="3108960"/>
            <a:ext cx="164592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28"/>
          <p:cNvSpPr/>
          <p:nvPr/>
        </p:nvSpPr>
        <p:spPr>
          <a:xfrm>
            <a:off x="6949440" y="3108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Dockerfile.export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2377440" y="2286000"/>
            <a:ext cx="2743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251460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▶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4480560" y="2286000"/>
            <a:ext cx="2743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61772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▶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6583680" y="2286000"/>
            <a:ext cx="2743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72084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▶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27432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depends_on →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Volume: volume_mongodb  •  Montage: ./donnees:/donnees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technique — Pipeline de migration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97280"/>
            <a:ext cx="1280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128016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CSV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1188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vérification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256032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1097280"/>
            <a:ext cx="1280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83080" y="1097280"/>
            <a:ext cx="1280160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1783080" y="1115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308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28800" y="1828800"/>
            <a:ext cx="1188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colonnes,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dates, types,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coherence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63240" y="256032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097280"/>
            <a:ext cx="1280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097280"/>
            <a:ext cx="128016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1115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24612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91840" y="1828800"/>
            <a:ext cx="1188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pymongo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connect_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26280" y="256032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097280"/>
            <a:ext cx="1280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097280"/>
            <a:ext cx="1280160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1115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70916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Vérif.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0" y="1828800"/>
            <a:ext cx="1188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check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== rows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89320" y="256032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1097280"/>
            <a:ext cx="1280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1097280"/>
            <a:ext cx="128016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1115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17220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17920" y="1828800"/>
            <a:ext cx="1188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hospital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52360" y="256032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35240" y="1097280"/>
            <a:ext cx="1280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635240" y="1097280"/>
            <a:ext cx="1280160" cy="6400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7" name="Text 35"/>
          <p:cNvSpPr/>
          <p:nvPr/>
        </p:nvSpPr>
        <p:spPr>
          <a:xfrm>
            <a:off x="7635240" y="1115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63524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680960" y="1828800"/>
            <a:ext cx="1188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find() 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.csv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" y="41605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script_migration_csv_mongodb.py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0664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script_export_csv_mongodb.py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&amp; qualité des données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05840"/>
            <a:ext cx="402336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Transformations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02336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99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clean_columns_name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Harmonisation noms de colonnes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121408"/>
            <a:ext cx="402336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57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clean_columns_content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140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contenu texte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779776"/>
            <a:ext cx="402336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convert_type_date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0723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colonnes dates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438144"/>
            <a:ext cx="402336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74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💰 convert_type_float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7307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décimaux (billing)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4096512"/>
            <a:ext cx="402336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33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🔢 convert_type_int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entiers (age, room)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Contrôles qualité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463040"/>
            <a:ext cx="411480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499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Âges négatifs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17556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fn: age_negatif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121408"/>
            <a:ext cx="411480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157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Factures négatives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24140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fn: billing_negatif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779776"/>
            <a:ext cx="411480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Incohérence dates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30723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fn: dates_incoherence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438144"/>
            <a:ext cx="411480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474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Colonnes 100% nulles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37307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fn: analyse_df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4096512"/>
            <a:ext cx="411480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4133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Doublons complets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4389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fn: analyse_df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MongoDB — base datasolutech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ED64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0" y="1005840"/>
            <a:ext cx="2194560" cy="502920"/>
          </a:xfrm>
          <a:prstGeom prst="rect">
            <a:avLst/>
          </a:prstGeom>
          <a:solidFill>
            <a:srgbClr val="00ED6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1005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datasolutech (DB)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508760"/>
            <a:ext cx="0" cy="3657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874520"/>
            <a:ext cx="2743200" cy="457200"/>
          </a:xfrm>
          <a:prstGeom prst="rect">
            <a:avLst/>
          </a:prstGeom>
          <a:solidFill>
            <a:srgbClr val="00A3C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healthcare_data (collection)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2331720"/>
            <a:ext cx="0" cy="2743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606040"/>
            <a:ext cx="8503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606040"/>
            <a:ext cx="8503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06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 { 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_id: 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3017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310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0" y="3310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🔍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6027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age: 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0" y="3602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8953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gender: 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0" y="38953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1879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blood_type: 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0" y="4187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medical_condition: 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11680" y="4480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🔍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3017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date_of_admission: 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3017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🔍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3310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doctor: 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3310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0" y="36027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hospital: 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3602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🔍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1840" y="38953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insurance_provider: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38953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91840" y="41879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billing_amount: 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4187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91840" y="4480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room_number: 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4480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26480" y="3017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admission_type: 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80960" y="3017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26480" y="3310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discharge_date: 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80960" y="3310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🔍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26480" y="36027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medication: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680960" y="3602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26480" y="38953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test_results: 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680960" y="38953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= index créé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 — Pytest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51560"/>
            <a:ext cx="4114800" cy="182880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114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51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Intégrité CSV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test_cleaning_df.py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dataset vide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665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100% nulles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complets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âges &amp; billing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797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dates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colonnes &amp; types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051560"/>
            <a:ext cx="4114800" cy="182880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051560"/>
            <a:ext cx="411480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051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Intégration MongoDB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test_crud_mongodb.py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test_migration_index_mongodb.py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46320" y="18288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→ documents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0665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docs = nb lignes CSV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3042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créés correctement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5420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 (Create, Read, Update, Delete)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063240"/>
            <a:ext cx="4114800" cy="182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063240"/>
            <a:ext cx="411480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063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Export MongoDB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test_export_mongodb.py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8404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find() → DataFrame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0782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en .csv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3159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du fichier exporté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063240"/>
            <a:ext cx="4114800" cy="1828800"/>
          </a:xfrm>
          <a:prstGeom prst="rect">
            <a:avLst/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063240"/>
            <a:ext cx="41148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3063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Isolation des tests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 dédiée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46320" y="38404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test utilise healthcare_test_&lt;nom&gt;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40782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impact sur la collection principale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43159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post-test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des choix techniques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51560"/>
            <a:ext cx="2011680" cy="868680"/>
          </a:xfrm>
          <a:prstGeom prst="rect">
            <a:avLst/>
          </a:prstGeom>
          <a:solidFill>
            <a:srgbClr val="00ED6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31720" y="1051560"/>
            <a:ext cx="6537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124712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NoSQL orientée document — idéale pour des données hétérogènes de santé. Schéma flexible, scalable horizontalement. pymongo permet une intégration native Python.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2011680" cy="868680"/>
          </a:xfrm>
          <a:prstGeom prst="rect">
            <a:avLst/>
          </a:prstGeom>
          <a:solidFill>
            <a:srgbClr val="2496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31720" y="2057400"/>
            <a:ext cx="6537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2130552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isolé et reproductible. Chaque service (test, migration, export) tourne dans son propre conteneur. Plus léger qu'une VM, déployable partout.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063240"/>
            <a:ext cx="2011680" cy="868680"/>
          </a:xfrm>
          <a:prstGeom prst="rect">
            <a:avLst/>
          </a:prstGeom>
          <a:solidFill>
            <a:srgbClr val="3776A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pandas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3063240"/>
            <a:ext cx="6537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68880" y="3136392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Lecture/manipulation CSV via pandas. Riche écosystème data. pymongo pour MongoDB. pytest pour les tests. uv/pip pour la gestion des dépendances.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069080"/>
            <a:ext cx="2011680" cy="868680"/>
          </a:xfrm>
          <a:prstGeom prst="rect">
            <a:avLst/>
          </a:prstGeom>
          <a:solidFill>
            <a:srgbClr val="EA580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31720" y="4069080"/>
            <a:ext cx="6537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68880" y="4142232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tests Python mature. Collections dédiées pour l'isolation. Tests de données, intégration et CRUD couverts. Rapport -v lisible et exploitable.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234440"/>
            <a:ext cx="502920" cy="502920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240280"/>
            <a:ext cx="502920" cy="50292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246120"/>
            <a:ext cx="502920" cy="502920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42519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182880"/>
            <a:ext cx="1828800" cy="1828800"/>
          </a:xfrm>
          <a:prstGeom prst="ellipse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Migration automatisée et reproductible via Docker Compose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Données nettoyées, typées et cohérentes avant insertion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Index MongoDB pour des requêtes performantes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Suite de tests automatisés (CSV, intégration, CRUD, export)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Export CSV depuis MongoDB pour restitution des données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 Authentification MongoDB  •  API REST  •  Tableau de bord de monitoring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Migration MongoDB avec Docker</dc:title>
  <dc:subject>PptxGenJS Presentation</dc:subject>
  <dc:creator>Projet 5 OpenClassrooms</dc:creator>
  <cp:lastModifiedBy>Projet 5 OpenClassrooms</cp:lastModifiedBy>
  <cp:revision>1</cp:revision>
  <dcterms:created xsi:type="dcterms:W3CDTF">2026-06-01T18:51:42Z</dcterms:created>
  <dcterms:modified xsi:type="dcterms:W3CDTF">2026-06-01T18:51:42Z</dcterms:modified>
</cp:coreProperties>
</file>