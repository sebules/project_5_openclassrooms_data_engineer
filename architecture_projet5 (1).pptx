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1188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Projet 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86800" y="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CSV → MongoDB · Docker · Tests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68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donnees/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325880"/>
            <a:ext cx="1920240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4A9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44475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6072" y="1435608"/>
            <a:ext cx="15270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healthcare_dataset.csv</a:t>
            </a:r>
            <a:endParaRPr lang="en-US" sz="8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773936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6072" y="1764792"/>
            <a:ext cx="15270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healthcare_dataset_test.csv</a:t>
            </a:r>
            <a:endParaRPr lang="en-US" sz="8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103120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76072" y="2093976"/>
            <a:ext cx="15270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export.csv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320040" y="2459736"/>
            <a:ext cx="1737360" cy="0"/>
          </a:xfrm>
          <a:prstGeom prst="line">
            <a:avLst/>
          </a:prstGeom>
          <a:noFill/>
          <a:ln w="8890">
            <a:solidFill>
              <a:srgbClr val="DFE6E9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" y="2606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brutes &amp; exportées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2148840" y="2857500"/>
            <a:ext cx="393192" cy="0"/>
          </a:xfrm>
          <a:prstGeom prst="line">
            <a:avLst/>
          </a:prstGeom>
          <a:noFill/>
          <a:ln w="22860">
            <a:solidFill>
              <a:srgbClr val="95A5A6"/>
            </a:solidFill>
            <a:prstDash val="solid"/>
            <a:tailEnd type="arrow"/>
          </a:ln>
        </p:spPr>
      </p:sp>
      <p:sp>
        <p:nvSpPr>
          <p:cNvPr id="17" name="Shape 12"/>
          <p:cNvSpPr/>
          <p:nvPr/>
        </p:nvSpPr>
        <p:spPr>
          <a:xfrm>
            <a:off x="2542032" y="86868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2542032" y="868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fonctions/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2542032" y="1325880"/>
            <a:ext cx="1920240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472" y="1426464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889504" y="1417320"/>
            <a:ext cx="15270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cleaning_df.py</a:t>
            </a:r>
            <a:endParaRPr lang="en-US" sz="8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3472" y="1728216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889504" y="1719072"/>
            <a:ext cx="15270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connexion_mongodb.py</a:t>
            </a:r>
            <a:endParaRPr lang="en-US" sz="8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3472" y="2029968"/>
            <a:ext cx="219456" cy="2194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889504" y="2020824"/>
            <a:ext cx="15270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create_index_mongodb.py</a:t>
            </a:r>
            <a:endParaRPr lang="en-US" sz="85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33472" y="2331720"/>
            <a:ext cx="219456" cy="219456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2889504" y="2322576"/>
            <a:ext cx="15270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crud_mongodb.py</a:t>
            </a:r>
            <a:endParaRPr lang="en-US" sz="85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33472" y="2633472"/>
            <a:ext cx="219456" cy="219456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2889504" y="2624328"/>
            <a:ext cx="15270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export_from_mongodb.py</a:t>
            </a:r>
            <a:endParaRPr lang="en-US" sz="85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3472" y="2935224"/>
            <a:ext cx="219456" cy="219456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2889504" y="2926080"/>
            <a:ext cx="15270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migration_to_mongodb.py</a:t>
            </a:r>
            <a:endParaRPr lang="en-US" sz="85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3472" y="3236976"/>
            <a:ext cx="219456" cy="219456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2889504" y="3227832"/>
            <a:ext cx="15270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parser_liste_env.py</a:t>
            </a:r>
            <a:endParaRPr lang="en-US" sz="850" dirty="0"/>
          </a:p>
        </p:txBody>
      </p:sp>
      <p:sp>
        <p:nvSpPr>
          <p:cNvPr id="34" name="Shape 22"/>
          <p:cNvSpPr/>
          <p:nvPr/>
        </p:nvSpPr>
        <p:spPr>
          <a:xfrm>
            <a:off x="4462272" y="2857500"/>
            <a:ext cx="393192" cy="0"/>
          </a:xfrm>
          <a:prstGeom prst="line">
            <a:avLst/>
          </a:prstGeom>
          <a:noFill/>
          <a:ln w="22860">
            <a:solidFill>
              <a:srgbClr val="95A5A6"/>
            </a:solidFill>
            <a:prstDash val="solid"/>
            <a:tailEnd type="arrow"/>
          </a:ln>
        </p:spPr>
      </p:sp>
      <p:sp>
        <p:nvSpPr>
          <p:cNvPr id="35" name="Shape 23"/>
          <p:cNvSpPr/>
          <p:nvPr/>
        </p:nvSpPr>
        <p:spPr>
          <a:xfrm>
            <a:off x="4855464" y="86868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6" name="Text 24"/>
          <p:cNvSpPr/>
          <p:nvPr/>
        </p:nvSpPr>
        <p:spPr>
          <a:xfrm>
            <a:off x="4855464" y="868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scripts/</a:t>
            </a:r>
            <a:endParaRPr lang="en-US" sz="1300" dirty="0"/>
          </a:p>
        </p:txBody>
      </p:sp>
      <p:sp>
        <p:nvSpPr>
          <p:cNvPr id="37" name="Shape 25"/>
          <p:cNvSpPr/>
          <p:nvPr/>
        </p:nvSpPr>
        <p:spPr>
          <a:xfrm>
            <a:off x="4855464" y="1325880"/>
            <a:ext cx="1920240" cy="3520440"/>
          </a:xfrm>
          <a:prstGeom prst="rect">
            <a:avLst/>
          </a:prstGeom>
          <a:solidFill>
            <a:srgbClr val="FFF8E7"/>
          </a:solidFill>
          <a:ln w="25400">
            <a:solidFill>
              <a:srgbClr val="E9C4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46904" y="1517904"/>
            <a:ext cx="219456" cy="219456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5202936" y="1508760"/>
            <a:ext cx="15270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script_migration_csv_mongodb.py</a:t>
            </a:r>
            <a:endParaRPr lang="en-US" sz="850" dirty="0"/>
          </a:p>
        </p:txBody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46904" y="1901952"/>
            <a:ext cx="219456" cy="219456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5202936" y="1892808"/>
            <a:ext cx="15270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script_export_csv_mongodb.py</a:t>
            </a:r>
            <a:endParaRPr lang="en-US" sz="850" dirty="0"/>
          </a:p>
        </p:txBody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46904" y="2286000"/>
            <a:ext cx="219456" cy="219456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5202936" y="2276856"/>
            <a:ext cx="15270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script_delete_collection_mongodb.py</a:t>
            </a:r>
            <a:endParaRPr lang="en-US" sz="850" dirty="0"/>
          </a:p>
        </p:txBody>
      </p:sp>
      <p:sp>
        <p:nvSpPr>
          <p:cNvPr id="44" name="Shape 29"/>
          <p:cNvSpPr/>
          <p:nvPr/>
        </p:nvSpPr>
        <p:spPr>
          <a:xfrm>
            <a:off x="4946904" y="2660904"/>
            <a:ext cx="1737360" cy="0"/>
          </a:xfrm>
          <a:prstGeom prst="line">
            <a:avLst/>
          </a:prstGeom>
          <a:noFill/>
          <a:ln w="8890">
            <a:solidFill>
              <a:srgbClr val="F0C040"/>
            </a:solidFill>
            <a:prstDash val="solid"/>
          </a:ln>
        </p:spPr>
      </p:sp>
      <p:sp>
        <p:nvSpPr>
          <p:cNvPr id="45" name="Text 30"/>
          <p:cNvSpPr/>
          <p:nvPr/>
        </p:nvSpPr>
        <p:spPr>
          <a:xfrm>
            <a:off x="4855464" y="279806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d'entrée des traitements</a:t>
            </a:r>
            <a:endParaRPr lang="en-US" sz="800" dirty="0"/>
          </a:p>
        </p:txBody>
      </p:sp>
      <p:sp>
        <p:nvSpPr>
          <p:cNvPr id="46" name="Shape 31"/>
          <p:cNvSpPr/>
          <p:nvPr/>
        </p:nvSpPr>
        <p:spPr>
          <a:xfrm>
            <a:off x="6775704" y="2857500"/>
            <a:ext cx="393192" cy="0"/>
          </a:xfrm>
          <a:prstGeom prst="line">
            <a:avLst/>
          </a:prstGeom>
          <a:noFill/>
          <a:ln w="22860">
            <a:solidFill>
              <a:srgbClr val="95A5A6"/>
            </a:solidFill>
            <a:prstDash val="solid"/>
            <a:tailEnd type="arrow"/>
          </a:ln>
        </p:spPr>
      </p:sp>
      <p:sp>
        <p:nvSpPr>
          <p:cNvPr id="47" name="Shape 32"/>
          <p:cNvSpPr/>
          <p:nvPr/>
        </p:nvSpPr>
        <p:spPr>
          <a:xfrm>
            <a:off x="7168896" y="86868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48" name="Text 33"/>
          <p:cNvSpPr/>
          <p:nvPr/>
        </p:nvSpPr>
        <p:spPr>
          <a:xfrm>
            <a:off x="7168896" y="868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tests/</a:t>
            </a:r>
            <a:endParaRPr lang="en-US" sz="1300" dirty="0"/>
          </a:p>
        </p:txBody>
      </p:sp>
      <p:sp>
        <p:nvSpPr>
          <p:cNvPr id="49" name="Shape 34"/>
          <p:cNvSpPr/>
          <p:nvPr/>
        </p:nvSpPr>
        <p:spPr>
          <a:xfrm>
            <a:off x="7168896" y="1325880"/>
            <a:ext cx="1920240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6A4C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pic>
        <p:nvPicPr>
          <p:cNvPr id="5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60336" y="1426464"/>
            <a:ext cx="219456" cy="219456"/>
          </a:xfrm>
          <a:prstGeom prst="rect">
            <a:avLst/>
          </a:prstGeom>
        </p:spPr>
      </p:pic>
      <p:sp>
        <p:nvSpPr>
          <p:cNvPr id="51" name="Text 35"/>
          <p:cNvSpPr/>
          <p:nvPr/>
        </p:nvSpPr>
        <p:spPr>
          <a:xfrm>
            <a:off x="7516368" y="1417320"/>
            <a:ext cx="15270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test_cleaning_df.py</a:t>
            </a:r>
            <a:endParaRPr lang="en-US" sz="850" dirty="0"/>
          </a:p>
        </p:txBody>
      </p:sp>
      <p:pic>
        <p:nvPicPr>
          <p:cNvPr id="5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60336" y="1773936"/>
            <a:ext cx="219456" cy="219456"/>
          </a:xfrm>
          <a:prstGeom prst="rect">
            <a:avLst/>
          </a:prstGeom>
        </p:spPr>
      </p:pic>
      <p:sp>
        <p:nvSpPr>
          <p:cNvPr id="53" name="Text 36"/>
          <p:cNvSpPr/>
          <p:nvPr/>
        </p:nvSpPr>
        <p:spPr>
          <a:xfrm>
            <a:off x="7516368" y="1764792"/>
            <a:ext cx="15270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test_crud_mongodb.py</a:t>
            </a:r>
            <a:endParaRPr lang="en-US" sz="850" dirty="0"/>
          </a:p>
        </p:txBody>
      </p:sp>
      <p:pic>
        <p:nvPicPr>
          <p:cNvPr id="5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60336" y="2121408"/>
            <a:ext cx="219456" cy="219456"/>
          </a:xfrm>
          <a:prstGeom prst="rect">
            <a:avLst/>
          </a:prstGeom>
        </p:spPr>
      </p:pic>
      <p:sp>
        <p:nvSpPr>
          <p:cNvPr id="55" name="Text 37"/>
          <p:cNvSpPr/>
          <p:nvPr/>
        </p:nvSpPr>
        <p:spPr>
          <a:xfrm>
            <a:off x="7516368" y="2112264"/>
            <a:ext cx="15270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test_export_mongodb.py</a:t>
            </a:r>
            <a:endParaRPr lang="en-US" sz="850" dirty="0"/>
          </a:p>
        </p:txBody>
      </p:sp>
      <p:pic>
        <p:nvPicPr>
          <p:cNvPr id="5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60336" y="2468880"/>
            <a:ext cx="219456" cy="219456"/>
          </a:xfrm>
          <a:prstGeom prst="rect">
            <a:avLst/>
          </a:prstGeom>
        </p:spPr>
      </p:pic>
      <p:sp>
        <p:nvSpPr>
          <p:cNvPr id="57" name="Text 38"/>
          <p:cNvSpPr/>
          <p:nvPr/>
        </p:nvSpPr>
        <p:spPr>
          <a:xfrm>
            <a:off x="7516368" y="2459736"/>
            <a:ext cx="15270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test_migration_index_mongodb.py</a:t>
            </a:r>
            <a:endParaRPr lang="en-US" sz="850" dirty="0"/>
          </a:p>
        </p:txBody>
      </p:sp>
      <p:sp>
        <p:nvSpPr>
          <p:cNvPr id="58" name="Shape 39"/>
          <p:cNvSpPr/>
          <p:nvPr/>
        </p:nvSpPr>
        <p:spPr>
          <a:xfrm>
            <a:off x="7260336" y="2898648"/>
            <a:ext cx="1737360" cy="0"/>
          </a:xfrm>
          <a:prstGeom prst="line">
            <a:avLst/>
          </a:prstGeom>
          <a:noFill/>
          <a:ln w="8890">
            <a:solidFill>
              <a:srgbClr val="DFE6E9"/>
            </a:solidFill>
            <a:prstDash val="solid"/>
          </a:ln>
        </p:spPr>
      </p:sp>
      <p:sp>
        <p:nvSpPr>
          <p:cNvPr id="59" name="Text 40"/>
          <p:cNvSpPr/>
          <p:nvPr/>
        </p:nvSpPr>
        <p:spPr>
          <a:xfrm>
            <a:off x="7168896" y="30358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Dockerfile.test → CI/CD ready</a:t>
            </a:r>
            <a:endParaRPr lang="en-US" sz="800" dirty="0"/>
          </a:p>
        </p:txBody>
      </p:sp>
      <p:sp>
        <p:nvSpPr>
          <p:cNvPr id="60" name="Shape 41"/>
          <p:cNvSpPr/>
          <p:nvPr/>
        </p:nvSpPr>
        <p:spPr>
          <a:xfrm>
            <a:off x="9089136" y="2857500"/>
            <a:ext cx="393192" cy="0"/>
          </a:xfrm>
          <a:prstGeom prst="line">
            <a:avLst/>
          </a:prstGeom>
          <a:noFill/>
          <a:ln w="22860">
            <a:solidFill>
              <a:srgbClr val="95A5A6"/>
            </a:solidFill>
            <a:prstDash val="solid"/>
            <a:tailEnd type="arrow"/>
          </a:ln>
        </p:spPr>
      </p:sp>
      <p:sp>
        <p:nvSpPr>
          <p:cNvPr id="61" name="Shape 42"/>
          <p:cNvSpPr/>
          <p:nvPr/>
        </p:nvSpPr>
        <p:spPr>
          <a:xfrm>
            <a:off x="9482328" y="86868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E07B7B"/>
          </a:solidFill>
          <a:ln w="12700">
            <a:solidFill>
              <a:srgbClr val="E07B7B"/>
            </a:solidFill>
            <a:prstDash val="solid"/>
          </a:ln>
        </p:spPr>
      </p:sp>
      <p:sp>
        <p:nvSpPr>
          <p:cNvPr id="62" name="Text 43"/>
          <p:cNvSpPr/>
          <p:nvPr/>
        </p:nvSpPr>
        <p:spPr>
          <a:xfrm>
            <a:off x="9482328" y="868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Racine / Config</a:t>
            </a:r>
            <a:endParaRPr lang="en-US" sz="1300" dirty="0"/>
          </a:p>
        </p:txBody>
      </p:sp>
      <p:sp>
        <p:nvSpPr>
          <p:cNvPr id="63" name="Shape 44"/>
          <p:cNvSpPr/>
          <p:nvPr/>
        </p:nvSpPr>
        <p:spPr>
          <a:xfrm>
            <a:off x="9482328" y="1325880"/>
            <a:ext cx="1920240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07B7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pic>
        <p:nvPicPr>
          <p:cNvPr id="6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73768" y="1408176"/>
            <a:ext cx="219456" cy="219456"/>
          </a:xfrm>
          <a:prstGeom prst="rect">
            <a:avLst/>
          </a:prstGeom>
        </p:spPr>
      </p:pic>
      <p:sp>
        <p:nvSpPr>
          <p:cNvPr id="65" name="Text 45"/>
          <p:cNvSpPr/>
          <p:nvPr/>
        </p:nvSpPr>
        <p:spPr>
          <a:xfrm>
            <a:off x="9829800" y="1399032"/>
            <a:ext cx="15270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/ docker-compose.yml</a:t>
            </a:r>
            <a:endParaRPr lang="en-US" sz="850" dirty="0"/>
          </a:p>
        </p:txBody>
      </p:sp>
      <p:pic>
        <p:nvPicPr>
          <p:cNvPr id="66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573768" y="1709928"/>
            <a:ext cx="219456" cy="219456"/>
          </a:xfrm>
          <a:prstGeom prst="rect">
            <a:avLst/>
          </a:prstGeom>
        </p:spPr>
      </p:pic>
      <p:sp>
        <p:nvSpPr>
          <p:cNvPr id="67" name="Text 46"/>
          <p:cNvSpPr/>
          <p:nvPr/>
        </p:nvSpPr>
        <p:spPr>
          <a:xfrm>
            <a:off x="9829800" y="1700784"/>
            <a:ext cx="15270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</a:t>
            </a:r>
            <a:endParaRPr lang="en-US" sz="850" dirty="0"/>
          </a:p>
        </p:txBody>
      </p:sp>
      <p:pic>
        <p:nvPicPr>
          <p:cNvPr id="68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573768" y="2011680"/>
            <a:ext cx="219456" cy="219456"/>
          </a:xfrm>
          <a:prstGeom prst="rect">
            <a:avLst/>
          </a:prstGeom>
        </p:spPr>
      </p:pic>
      <p:sp>
        <p:nvSpPr>
          <p:cNvPr id="69" name="Text 47"/>
          <p:cNvSpPr/>
          <p:nvPr/>
        </p:nvSpPr>
        <p:spPr>
          <a:xfrm>
            <a:off x="9829800" y="2002536"/>
            <a:ext cx="15270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pyproject.toml / uv.lock</a:t>
            </a:r>
            <a:endParaRPr lang="en-US" sz="850" dirty="0"/>
          </a:p>
        </p:txBody>
      </p:sp>
      <p:pic>
        <p:nvPicPr>
          <p:cNvPr id="70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573768" y="2313432"/>
            <a:ext cx="219456" cy="219456"/>
          </a:xfrm>
          <a:prstGeom prst="rect">
            <a:avLst/>
          </a:prstGeom>
        </p:spPr>
      </p:pic>
      <p:sp>
        <p:nvSpPr>
          <p:cNvPr id="71" name="Text 48"/>
          <p:cNvSpPr/>
          <p:nvPr/>
        </p:nvSpPr>
        <p:spPr>
          <a:xfrm>
            <a:off x="9829800" y="2304288"/>
            <a:ext cx="15270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/ .gitignore</a:t>
            </a:r>
            <a:endParaRPr lang="en-US" sz="850" dirty="0"/>
          </a:p>
        </p:txBody>
      </p:sp>
      <p:pic>
        <p:nvPicPr>
          <p:cNvPr id="72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573768" y="2615184"/>
            <a:ext cx="219456" cy="219456"/>
          </a:xfrm>
          <a:prstGeom prst="rect">
            <a:avLst/>
          </a:prstGeom>
        </p:spPr>
      </p:pic>
      <p:sp>
        <p:nvSpPr>
          <p:cNvPr id="73" name="Text 49"/>
          <p:cNvSpPr/>
          <p:nvPr/>
        </p:nvSpPr>
        <p:spPr>
          <a:xfrm>
            <a:off x="9829800" y="2606040"/>
            <a:ext cx="15270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</a:t>
            </a:r>
            <a:endParaRPr lang="en-US" sz="850" dirty="0"/>
          </a:p>
        </p:txBody>
      </p:sp>
      <p:pic>
        <p:nvPicPr>
          <p:cNvPr id="7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573768" y="2916936"/>
            <a:ext cx="219456" cy="219456"/>
          </a:xfrm>
          <a:prstGeom prst="rect">
            <a:avLst/>
          </a:prstGeom>
        </p:spPr>
      </p:pic>
      <p:sp>
        <p:nvSpPr>
          <p:cNvPr id="75" name="Text 50"/>
          <p:cNvSpPr/>
          <p:nvPr/>
        </p:nvSpPr>
        <p:spPr>
          <a:xfrm>
            <a:off x="9829800" y="2907792"/>
            <a:ext cx="15270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notebook_projet_5.ipynb</a:t>
            </a:r>
            <a:endParaRPr lang="en-US" sz="850" dirty="0"/>
          </a:p>
        </p:txBody>
      </p:sp>
      <p:pic>
        <p:nvPicPr>
          <p:cNvPr id="76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573768" y="3218688"/>
            <a:ext cx="219456" cy="219456"/>
          </a:xfrm>
          <a:prstGeom prst="rect">
            <a:avLst/>
          </a:prstGeom>
        </p:spPr>
      </p:pic>
      <p:sp>
        <p:nvSpPr>
          <p:cNvPr id="77" name="Text 51"/>
          <p:cNvSpPr/>
          <p:nvPr/>
        </p:nvSpPr>
        <p:spPr>
          <a:xfrm>
            <a:off x="9829800" y="3209544"/>
            <a:ext cx="15270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endParaRPr lang="en-US" sz="850" dirty="0"/>
          </a:p>
        </p:txBody>
      </p:sp>
      <p:sp>
        <p:nvSpPr>
          <p:cNvPr id="78" name="Shape 52"/>
          <p:cNvSpPr/>
          <p:nvPr/>
        </p:nvSpPr>
        <p:spPr>
          <a:xfrm>
            <a:off x="228600" y="4956048"/>
            <a:ext cx="1170432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9" name="Text 53"/>
          <p:cNvSpPr/>
          <p:nvPr/>
        </p:nvSpPr>
        <p:spPr>
          <a:xfrm>
            <a:off x="365760" y="4956048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Orchestration — Docker Compose · main.py · Scripts CLI</a:t>
            </a:r>
            <a:endParaRPr lang="en-US" sz="1000" dirty="0"/>
          </a:p>
        </p:txBody>
      </p:sp>
      <p:sp>
        <p:nvSpPr>
          <p:cNvPr id="80" name="Shape 54"/>
          <p:cNvSpPr/>
          <p:nvPr/>
        </p:nvSpPr>
        <p:spPr>
          <a:xfrm>
            <a:off x="228600" y="5285232"/>
            <a:ext cx="11704320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1" name="Text 55"/>
          <p:cNvSpPr/>
          <p:nvPr/>
        </p:nvSpPr>
        <p:spPr>
          <a:xfrm>
            <a:off x="365760" y="528523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Observabilité — Tests pytest · Logs MongoDB · Notebook d'exploration</a:t>
            </a:r>
            <a:endParaRPr lang="en-US" sz="1000" dirty="0"/>
          </a:p>
        </p:txBody>
      </p:sp>
      <p:sp>
        <p:nvSpPr>
          <p:cNvPr id="82" name="Shape 56"/>
          <p:cNvSpPr/>
          <p:nvPr/>
        </p:nvSpPr>
        <p:spPr>
          <a:xfrm>
            <a:off x="228600" y="5614416"/>
            <a:ext cx="11704320" cy="27432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83" name="Text 57"/>
          <p:cNvSpPr/>
          <p:nvPr/>
        </p:nvSpPr>
        <p:spPr>
          <a:xfrm>
            <a:off x="365760" y="5614416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Gouvernance — .env · .gitignore · pyproject.toml · README.md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2026-06-03T18:22:30Z</dcterms:created>
  <dcterms:modified xsi:type="dcterms:W3CDTF">2026-06-03T18:22:30Z</dcterms:modified>
</cp:coreProperties>
</file>