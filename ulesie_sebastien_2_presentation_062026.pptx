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handoutMasterIdLst>
    <p:handoutMasterId r:id="rId18"/>
  </p:handoutMasterIdLst>
  <p:sldIdLst>
    <p:sldId id="257" r:id="rId2"/>
    <p:sldId id="261" r:id="rId3"/>
    <p:sldId id="259" r:id="rId4"/>
    <p:sldId id="260" r:id="rId5"/>
    <p:sldId id="285" r:id="rId6"/>
    <p:sldId id="264" r:id="rId7"/>
    <p:sldId id="291" r:id="rId8"/>
    <p:sldId id="289" r:id="rId9"/>
    <p:sldId id="288" r:id="rId10"/>
    <p:sldId id="297" r:id="rId11"/>
    <p:sldId id="296" r:id="rId12"/>
    <p:sldId id="293" r:id="rId13"/>
    <p:sldId id="295" r:id="rId14"/>
    <p:sldId id="282" r:id="rId15"/>
    <p:sldId id="299" r:id="rId16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6A3"/>
    <a:srgbClr val="EB8190"/>
    <a:srgbClr val="F6A2F8"/>
    <a:srgbClr val="F2EFC6"/>
    <a:srgbClr val="FF9900"/>
    <a:srgbClr val="EDE9B1"/>
    <a:srgbClr val="3E8853"/>
    <a:srgbClr val="2683C6"/>
    <a:srgbClr val="62A39F"/>
    <a:srgbClr val="42BA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de la mission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Tests automatisés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Nettoyage &amp; Migration des données vers MongoDB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Architecture projet et </a:t>
          </a:r>
          <a:r>
            <a:rPr lang="fr-FR" b="0" dirty="0" err="1"/>
            <a:t>database</a:t>
          </a:r>
          <a:endParaRPr lang="fr-FR" b="0" dirty="0"/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5-Pipeline migration</a:t>
          </a:r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Conteneurisation avec Docker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971C904A-1497-4B7A-9837-6BF1A089A8E8}">
      <dgm:prSet phldrT="[Texte]" phldr="0"/>
      <dgm:spPr/>
      <dgm:t>
        <a:bodyPr/>
        <a:lstStyle/>
        <a:p>
          <a:r>
            <a:rPr lang="fr-FR" dirty="0"/>
            <a:t>8- Déploiement Cloud AWS</a:t>
          </a:r>
        </a:p>
      </dgm:t>
    </dgm:pt>
    <dgm:pt modelId="{CB5D4EE0-4DD8-424D-A4CA-CD054BBE9A9A}" type="parTrans" cxnId="{9FBE3EED-D235-4505-8D4C-93A4CBAA8F1E}">
      <dgm:prSet/>
      <dgm:spPr/>
      <dgm:t>
        <a:bodyPr/>
        <a:lstStyle/>
        <a:p>
          <a:endParaRPr lang="fr-FR"/>
        </a:p>
      </dgm:t>
    </dgm:pt>
    <dgm:pt modelId="{55EB5CD8-F1B8-4280-96C6-3579619F2743}" type="sibTrans" cxnId="{9FBE3EED-D235-4505-8D4C-93A4CBAA8F1E}">
      <dgm:prSet/>
      <dgm:spPr/>
      <dgm:t>
        <a:bodyPr/>
        <a:lstStyle/>
        <a:p>
          <a:endParaRPr lang="fr-FR"/>
        </a:p>
      </dgm:t>
    </dgm:pt>
    <dgm:pt modelId="{452B6AC9-649C-4F20-BC96-221EB6DAB816}">
      <dgm:prSet phldrT="[Texte]" phldr="0"/>
      <dgm:spPr/>
      <dgm:t>
        <a:bodyPr/>
        <a:lstStyle/>
        <a:p>
          <a:r>
            <a:rPr lang="fr-FR" dirty="0"/>
            <a:t>9- Justification des choix technologiques</a:t>
          </a:r>
        </a:p>
      </dgm:t>
    </dgm:pt>
    <dgm:pt modelId="{244BC7BA-B5CB-4A4A-A016-52F56195CDD6}" type="parTrans" cxnId="{AD125219-ED6B-44C5-B2D1-CC2975CEB583}">
      <dgm:prSet/>
      <dgm:spPr/>
      <dgm:t>
        <a:bodyPr/>
        <a:lstStyle/>
        <a:p>
          <a:endParaRPr lang="fr-FR"/>
        </a:p>
      </dgm:t>
    </dgm:pt>
    <dgm:pt modelId="{1B2C63D3-BCEE-4063-97BB-440B70E610C5}" type="sibTrans" cxnId="{AD125219-ED6B-44C5-B2D1-CC2975CEB583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Authentification et rôles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F384FF34-CA5D-4970-9C20-0A72F5DF34D7}" type="pres">
      <dgm:prSet presAssocID="{51CD5044-32D5-4267-9452-9F02006ACD1D}" presName="spacer" presStyleCnt="0"/>
      <dgm:spPr/>
    </dgm:pt>
    <dgm:pt modelId="{90591D31-65EE-4DA0-8561-30BC79B7A697}" type="pres">
      <dgm:prSet presAssocID="{971C904A-1497-4B7A-9837-6BF1A089A8E8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2F63B416-1887-400D-8B1C-0363B6A84E58}" type="pres">
      <dgm:prSet presAssocID="{55EB5CD8-F1B8-4280-96C6-3579619F2743}" presName="spacer" presStyleCnt="0"/>
      <dgm:spPr/>
    </dgm:pt>
    <dgm:pt modelId="{D4DC913A-6ED4-48D2-90EB-B0B079635BD9}" type="pres">
      <dgm:prSet presAssocID="{452B6AC9-649C-4F20-BC96-221EB6DAB816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AD125219-ED6B-44C5-B2D1-CC2975CEB583}" srcId="{2A0612ED-5876-4919-BCC8-600F5B229E71}" destId="{452B6AC9-649C-4F20-BC96-221EB6DAB816}" srcOrd="8" destOrd="0" parTransId="{244BC7BA-B5CB-4A4A-A016-52F56195CDD6}" sibTransId="{1B2C63D3-BCEE-4063-97BB-440B70E610C5}"/>
    <dgm:cxn modelId="{B4286E1D-2D04-4165-ADCC-3FEF90D177B1}" type="presOf" srcId="{452B6AC9-649C-4F20-BC96-221EB6DAB816}" destId="{D4DC913A-6ED4-48D2-90EB-B0B079635BD9}" srcOrd="0" destOrd="0" presId="urn:microsoft.com/office/officeart/2005/8/layout/vList2"/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9FBE3EED-D235-4505-8D4C-93A4CBAA8F1E}" srcId="{2A0612ED-5876-4919-BCC8-600F5B229E71}" destId="{971C904A-1497-4B7A-9837-6BF1A089A8E8}" srcOrd="7" destOrd="0" parTransId="{CB5D4EE0-4DD8-424D-A4CA-CD054BBE9A9A}" sibTransId="{55EB5CD8-F1B8-4280-96C6-3579619F2743}"/>
    <dgm:cxn modelId="{41ABCFEF-2C3F-49BF-AE33-DA8F3663E251}" type="presOf" srcId="{971C904A-1497-4B7A-9837-6BF1A089A8E8}" destId="{90591D31-65EE-4DA0-8561-30BC79B7A697}" srcOrd="0" destOrd="0" presId="urn:microsoft.com/office/officeart/2005/8/layout/vList2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DEDB627-42F9-42CC-8756-EB50CE1446D1}" type="presParOf" srcId="{BB89F849-78B2-43DF-933A-2353D297DD5D}" destId="{F384FF34-CA5D-4970-9C20-0A72F5DF34D7}" srcOrd="13" destOrd="0" presId="urn:microsoft.com/office/officeart/2005/8/layout/vList2"/>
    <dgm:cxn modelId="{23526CF9-2DB8-43CD-A238-F72784C5C6D7}" type="presParOf" srcId="{BB89F849-78B2-43DF-933A-2353D297DD5D}" destId="{90591D31-65EE-4DA0-8561-30BC79B7A697}" srcOrd="14" destOrd="0" presId="urn:microsoft.com/office/officeart/2005/8/layout/vList2"/>
    <dgm:cxn modelId="{F4BF652C-7C02-470A-8FA5-A7EB40A72D0F}" type="presParOf" srcId="{BB89F849-78B2-43DF-933A-2353D297DD5D}" destId="{2F63B416-1887-400D-8B1C-0363B6A84E58}" srcOrd="15" destOrd="0" presId="urn:microsoft.com/office/officeart/2005/8/layout/vList2"/>
    <dgm:cxn modelId="{7D97882B-9F4A-4773-AAE3-1095704A8A69}" type="presParOf" srcId="{BB89F849-78B2-43DF-933A-2353D297DD5D}" destId="{D4DC913A-6ED4-48D2-90EB-B0B079635BD9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5/8/layout/hList9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 ENTREPRISE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/>
      <dgm:t>
        <a:bodyPr/>
        <a:lstStyle/>
        <a:p>
          <a:endParaRPr lang="fr-FR"/>
        </a:p>
      </dgm:t>
    </dgm:pt>
    <dgm:pt modelId="{AC29BA73-9A8E-4DD8-9338-B4E11418CE49}">
      <dgm:prSet phldrT="[Texte]" phldr="0"/>
      <dgm:spPr/>
      <dgm:t>
        <a:bodyPr/>
        <a:lstStyle/>
        <a:p>
          <a:pPr algn="ctr"/>
          <a:r>
            <a:rPr lang="fr-FR" b="1" dirty="0"/>
            <a:t>BESOIN ENTREPRISE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/>
      <dgm:t>
        <a:bodyPr/>
        <a:lstStyle/>
        <a:p>
          <a:endParaRPr lang="fr-FR"/>
        </a:p>
      </dgm:t>
    </dgm:pt>
    <dgm:pt modelId="{DDD1A813-A5E6-4960-B20A-DEC5A896AAA8}">
      <dgm:prSet phldrT="[Texte]"/>
      <dgm:spPr/>
      <dgm:t>
        <a:bodyPr/>
        <a:lstStyle/>
        <a:p>
          <a:pPr algn="l"/>
          <a:r>
            <a:rPr lang="fr-FR" dirty="0"/>
            <a:t>L'entreprise </a:t>
          </a:r>
          <a:r>
            <a:rPr lang="fr-FR" dirty="0" err="1"/>
            <a:t>Datasolutech</a:t>
          </a:r>
          <a:r>
            <a:rPr lang="fr-FR" dirty="0"/>
            <a:t> collecte des données de santé et souhaite les stocker dans une base MongoDB pour en faciliter l'accès et l'exploitation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dirty="0"/>
            <a:t>Automatiser la migration des données CSV vers MongoDB avec nettoyage, validation, création d'index et export, le tout dans un environnement Docker reproductible.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E47408F7-B214-4C02-B42B-E7C08967A46D}" type="pres">
      <dgm:prSet presAssocID="{8D05CF17-EFD1-4CB7-B633-3BFB5E6F1D40}" presName="list" presStyleCnt="0">
        <dgm:presLayoutVars>
          <dgm:dir/>
          <dgm:animLvl val="lvl"/>
        </dgm:presLayoutVars>
      </dgm:prSet>
      <dgm:spPr/>
    </dgm:pt>
    <dgm:pt modelId="{119F2EF7-657F-4D77-9CA8-86CCA5EA72A4}" type="pres">
      <dgm:prSet presAssocID="{637B7BD1-6FE4-4F79-B085-330B55BDE317}" presName="posSpace" presStyleCnt="0"/>
      <dgm:spPr/>
    </dgm:pt>
    <dgm:pt modelId="{BCA48E56-F4FB-4A86-8839-10B94E4F0D71}" type="pres">
      <dgm:prSet presAssocID="{637B7BD1-6FE4-4F79-B085-330B55BDE317}" presName="vertFlow" presStyleCnt="0"/>
      <dgm:spPr/>
    </dgm:pt>
    <dgm:pt modelId="{7659DEDF-85B4-493C-9139-34DBA6BB16E7}" type="pres">
      <dgm:prSet presAssocID="{637B7BD1-6FE4-4F79-B085-330B55BDE317}" presName="topSpace" presStyleCnt="0"/>
      <dgm:spPr/>
    </dgm:pt>
    <dgm:pt modelId="{0C0E4A35-3A90-489C-9196-4FDF971FAB1F}" type="pres">
      <dgm:prSet presAssocID="{637B7BD1-6FE4-4F79-B085-330B55BDE317}" presName="firstComp" presStyleCnt="0"/>
      <dgm:spPr/>
    </dgm:pt>
    <dgm:pt modelId="{DED448B0-121F-4358-97A9-F6E2FEC30AF3}" type="pres">
      <dgm:prSet presAssocID="{637B7BD1-6FE4-4F79-B085-330B55BDE317}" presName="firstChild" presStyleLbl="bgAccFollowNode1" presStyleIdx="0" presStyleCnt="2" custLinFactNeighborX="311" custLinFactNeighborY="-35967"/>
      <dgm:spPr/>
    </dgm:pt>
    <dgm:pt modelId="{F41BE588-1AAF-4E12-907F-F238A18C69BD}" type="pres">
      <dgm:prSet presAssocID="{637B7BD1-6FE4-4F79-B085-330B55BDE317}" presName="firstChildTx" presStyleLbl="bgAccFollowNode1" presStyleIdx="0" presStyleCnt="2">
        <dgm:presLayoutVars>
          <dgm:bulletEnabled val="1"/>
        </dgm:presLayoutVars>
      </dgm:prSet>
      <dgm:spPr/>
    </dgm:pt>
    <dgm:pt modelId="{58B34D00-6338-473E-89A6-5FBFFF0B5E54}" type="pres">
      <dgm:prSet presAssocID="{637B7BD1-6FE4-4F79-B085-330B55BDE317}" presName="negSpace" presStyleCnt="0"/>
      <dgm:spPr/>
    </dgm:pt>
    <dgm:pt modelId="{7D4EA29B-EB1C-4F3A-B15B-16FD3E6462A1}" type="pres">
      <dgm:prSet presAssocID="{637B7BD1-6FE4-4F79-B085-330B55BDE317}" presName="circle" presStyleLbl="node1" presStyleIdx="0" presStyleCnt="2"/>
      <dgm:spPr/>
    </dgm:pt>
    <dgm:pt modelId="{73BAE957-9E5C-4E98-A1E8-C76E021DE288}" type="pres">
      <dgm:prSet presAssocID="{BAAAB516-174F-4396-83ED-099C68A09F32}" presName="transSpace" presStyleCnt="0"/>
      <dgm:spPr/>
    </dgm:pt>
    <dgm:pt modelId="{41744B3B-0904-46AB-A5F2-B4B6D4CC81CE}" type="pres">
      <dgm:prSet presAssocID="{AC29BA73-9A8E-4DD8-9338-B4E11418CE49}" presName="posSpace" presStyleCnt="0"/>
      <dgm:spPr/>
    </dgm:pt>
    <dgm:pt modelId="{172BD084-688E-42AF-BDC1-3701DA523CB7}" type="pres">
      <dgm:prSet presAssocID="{AC29BA73-9A8E-4DD8-9338-B4E11418CE49}" presName="vertFlow" presStyleCnt="0"/>
      <dgm:spPr/>
    </dgm:pt>
    <dgm:pt modelId="{6F5CAF2D-CEB3-4ED8-AEA9-DF3DA28565E5}" type="pres">
      <dgm:prSet presAssocID="{AC29BA73-9A8E-4DD8-9338-B4E11418CE49}" presName="topSpace" presStyleCnt="0"/>
      <dgm:spPr/>
    </dgm:pt>
    <dgm:pt modelId="{A5385FBE-AFF4-468F-8A89-D058775A0750}" type="pres">
      <dgm:prSet presAssocID="{AC29BA73-9A8E-4DD8-9338-B4E11418CE49}" presName="firstComp" presStyleCnt="0"/>
      <dgm:spPr/>
    </dgm:pt>
    <dgm:pt modelId="{1A72583D-10D7-4295-A3F2-358394A32D2E}" type="pres">
      <dgm:prSet presAssocID="{AC29BA73-9A8E-4DD8-9338-B4E11418CE49}" presName="firstChild" presStyleLbl="bgAccFollowNode1" presStyleIdx="1" presStyleCnt="2" custLinFactX="-67788" custLinFactNeighborX="-100000" custLinFactNeighborY="74612"/>
      <dgm:spPr/>
    </dgm:pt>
    <dgm:pt modelId="{FE2CA474-4881-4331-93DE-46B29FEF03DA}" type="pres">
      <dgm:prSet presAssocID="{AC29BA73-9A8E-4DD8-9338-B4E11418CE49}" presName="firstChildTx" presStyleLbl="bgAccFollowNode1" presStyleIdx="1" presStyleCnt="2">
        <dgm:presLayoutVars>
          <dgm:bulletEnabled val="1"/>
        </dgm:presLayoutVars>
      </dgm:prSet>
      <dgm:spPr/>
    </dgm:pt>
    <dgm:pt modelId="{BC9B8884-C8DF-41D6-9D8E-ADB8DE624B58}" type="pres">
      <dgm:prSet presAssocID="{AC29BA73-9A8E-4DD8-9338-B4E11418CE49}" presName="negSpace" presStyleCnt="0"/>
      <dgm:spPr/>
    </dgm:pt>
    <dgm:pt modelId="{825F003D-E4CB-46D3-B334-03393001281F}" type="pres">
      <dgm:prSet presAssocID="{AC29BA73-9A8E-4DD8-9338-B4E11418CE49}" presName="circle" presStyleLbl="node1" presStyleIdx="1" presStyleCnt="2" custLinFactX="-21681" custLinFactY="14700" custLinFactNeighborX="-100000" custLinFactNeighborY="100000"/>
      <dgm:spPr/>
    </dgm:pt>
  </dgm:ptLst>
  <dgm:cxnLst>
    <dgm:cxn modelId="{06500722-B156-498D-8F30-F4B5680CBDF2}" type="presOf" srcId="{CFF3B573-BAC6-426A-BDAA-76B161A76E5A}" destId="{1A72583D-10D7-4295-A3F2-358394A32D2E}" srcOrd="0" destOrd="0" presId="urn:microsoft.com/office/officeart/2005/8/layout/hList9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3F5B946C-1C60-433B-9587-5AD0F09966A7}" type="presOf" srcId="{8D05CF17-EFD1-4CB7-B633-3BFB5E6F1D40}" destId="{E47408F7-B214-4C02-B42B-E7C08967A46D}" srcOrd="0" destOrd="0" presId="urn:microsoft.com/office/officeart/2005/8/layout/hList9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8E6E35AD-6166-4ABC-B9FE-04D58B60B153}" type="presOf" srcId="{DDD1A813-A5E6-4960-B20A-DEC5A896AAA8}" destId="{DED448B0-121F-4358-97A9-F6E2FEC30AF3}" srcOrd="0" destOrd="0" presId="urn:microsoft.com/office/officeart/2005/8/layout/hList9"/>
    <dgm:cxn modelId="{6AFE0AB2-A3A4-4DEB-AEF2-9DCC741E45DA}" type="presOf" srcId="{CFF3B573-BAC6-426A-BDAA-76B161A76E5A}" destId="{FE2CA474-4881-4331-93DE-46B29FEF03DA}" srcOrd="1" destOrd="0" presId="urn:microsoft.com/office/officeart/2005/8/layout/hList9"/>
    <dgm:cxn modelId="{72ECD3B5-6F47-48BD-A334-2C7AC6C84855}" type="presOf" srcId="{AC29BA73-9A8E-4DD8-9338-B4E11418CE49}" destId="{825F003D-E4CB-46D3-B334-03393001281F}" srcOrd="0" destOrd="0" presId="urn:microsoft.com/office/officeart/2005/8/layout/hList9"/>
    <dgm:cxn modelId="{EC43FABA-852B-4756-B493-93E23F158D79}" type="presOf" srcId="{637B7BD1-6FE4-4F79-B085-330B55BDE317}" destId="{7D4EA29B-EB1C-4F3A-B15B-16FD3E6462A1}" srcOrd="0" destOrd="0" presId="urn:microsoft.com/office/officeart/2005/8/layout/hList9"/>
    <dgm:cxn modelId="{C3402FFB-47BF-4AFF-AE36-DB2D5D563714}" type="presOf" srcId="{DDD1A813-A5E6-4960-B20A-DEC5A896AAA8}" destId="{F41BE588-1AAF-4E12-907F-F238A18C69BD}" srcOrd="1" destOrd="0" presId="urn:microsoft.com/office/officeart/2005/8/layout/hList9"/>
    <dgm:cxn modelId="{C095582F-A9A5-4474-99B6-D7701BC86E2D}" type="presParOf" srcId="{E47408F7-B214-4C02-B42B-E7C08967A46D}" destId="{119F2EF7-657F-4D77-9CA8-86CCA5EA72A4}" srcOrd="0" destOrd="0" presId="urn:microsoft.com/office/officeart/2005/8/layout/hList9"/>
    <dgm:cxn modelId="{DD823E50-88CE-4CBF-96D8-D33A221B38DF}" type="presParOf" srcId="{E47408F7-B214-4C02-B42B-E7C08967A46D}" destId="{BCA48E56-F4FB-4A86-8839-10B94E4F0D71}" srcOrd="1" destOrd="0" presId="urn:microsoft.com/office/officeart/2005/8/layout/hList9"/>
    <dgm:cxn modelId="{D72D1FB2-7918-47AE-8340-9EB6EFCBB836}" type="presParOf" srcId="{BCA48E56-F4FB-4A86-8839-10B94E4F0D71}" destId="{7659DEDF-85B4-493C-9139-34DBA6BB16E7}" srcOrd="0" destOrd="0" presId="urn:microsoft.com/office/officeart/2005/8/layout/hList9"/>
    <dgm:cxn modelId="{DC43BC98-9D79-4C5A-8D17-55DB55E36BDE}" type="presParOf" srcId="{BCA48E56-F4FB-4A86-8839-10B94E4F0D71}" destId="{0C0E4A35-3A90-489C-9196-4FDF971FAB1F}" srcOrd="1" destOrd="0" presId="urn:microsoft.com/office/officeart/2005/8/layout/hList9"/>
    <dgm:cxn modelId="{6980A7EE-931E-4FD7-BA13-78F2D3642D94}" type="presParOf" srcId="{0C0E4A35-3A90-489C-9196-4FDF971FAB1F}" destId="{DED448B0-121F-4358-97A9-F6E2FEC30AF3}" srcOrd="0" destOrd="0" presId="urn:microsoft.com/office/officeart/2005/8/layout/hList9"/>
    <dgm:cxn modelId="{855E2BA4-D0B3-4CC1-BD72-9164324052FB}" type="presParOf" srcId="{0C0E4A35-3A90-489C-9196-4FDF971FAB1F}" destId="{F41BE588-1AAF-4E12-907F-F238A18C69BD}" srcOrd="1" destOrd="0" presId="urn:microsoft.com/office/officeart/2005/8/layout/hList9"/>
    <dgm:cxn modelId="{5D80F937-2AD2-45C8-A498-E78F0E2661C7}" type="presParOf" srcId="{E47408F7-B214-4C02-B42B-E7C08967A46D}" destId="{58B34D00-6338-473E-89A6-5FBFFF0B5E54}" srcOrd="2" destOrd="0" presId="urn:microsoft.com/office/officeart/2005/8/layout/hList9"/>
    <dgm:cxn modelId="{C9C526E7-B07B-4E61-98F2-2118F2869992}" type="presParOf" srcId="{E47408F7-B214-4C02-B42B-E7C08967A46D}" destId="{7D4EA29B-EB1C-4F3A-B15B-16FD3E6462A1}" srcOrd="3" destOrd="0" presId="urn:microsoft.com/office/officeart/2005/8/layout/hList9"/>
    <dgm:cxn modelId="{AC944D2E-4AC3-4C5A-9FF7-6F798F8B8AD2}" type="presParOf" srcId="{E47408F7-B214-4C02-B42B-E7C08967A46D}" destId="{73BAE957-9E5C-4E98-A1E8-C76E021DE288}" srcOrd="4" destOrd="0" presId="urn:microsoft.com/office/officeart/2005/8/layout/hList9"/>
    <dgm:cxn modelId="{92FF1B07-27BF-44AB-AE5A-0808A9DAF5A5}" type="presParOf" srcId="{E47408F7-B214-4C02-B42B-E7C08967A46D}" destId="{41744B3B-0904-46AB-A5F2-B4B6D4CC81CE}" srcOrd="5" destOrd="0" presId="urn:microsoft.com/office/officeart/2005/8/layout/hList9"/>
    <dgm:cxn modelId="{3EB5C2EB-D860-41B2-8A9B-4EF9F51ECABB}" type="presParOf" srcId="{E47408F7-B214-4C02-B42B-E7C08967A46D}" destId="{172BD084-688E-42AF-BDC1-3701DA523CB7}" srcOrd="6" destOrd="0" presId="urn:microsoft.com/office/officeart/2005/8/layout/hList9"/>
    <dgm:cxn modelId="{93E7DD52-11A9-4642-8C9E-A7A1FE20D5CA}" type="presParOf" srcId="{172BD084-688E-42AF-BDC1-3701DA523CB7}" destId="{6F5CAF2D-CEB3-4ED8-AEA9-DF3DA28565E5}" srcOrd="0" destOrd="0" presId="urn:microsoft.com/office/officeart/2005/8/layout/hList9"/>
    <dgm:cxn modelId="{B6BDA348-3A45-4A3E-BE9C-FAC0960C16A3}" type="presParOf" srcId="{172BD084-688E-42AF-BDC1-3701DA523CB7}" destId="{A5385FBE-AFF4-468F-8A89-D058775A0750}" srcOrd="1" destOrd="0" presId="urn:microsoft.com/office/officeart/2005/8/layout/hList9"/>
    <dgm:cxn modelId="{076312A2-A4DC-426C-9386-BBFAC3C3B9DE}" type="presParOf" srcId="{A5385FBE-AFF4-468F-8A89-D058775A0750}" destId="{1A72583D-10D7-4295-A3F2-358394A32D2E}" srcOrd="0" destOrd="0" presId="urn:microsoft.com/office/officeart/2005/8/layout/hList9"/>
    <dgm:cxn modelId="{45321BB9-ADF5-4440-AD9F-3E6FF60CF18F}" type="presParOf" srcId="{A5385FBE-AFF4-468F-8A89-D058775A0750}" destId="{FE2CA474-4881-4331-93DE-46B29FEF03DA}" srcOrd="1" destOrd="0" presId="urn:microsoft.com/office/officeart/2005/8/layout/hList9"/>
    <dgm:cxn modelId="{52454527-9374-4818-B172-EF6BCC14B659}" type="presParOf" srcId="{E47408F7-B214-4C02-B42B-E7C08967A46D}" destId="{BC9B8884-C8DF-41D6-9D8E-ADB8DE624B58}" srcOrd="7" destOrd="0" presId="urn:microsoft.com/office/officeart/2005/8/layout/hList9"/>
    <dgm:cxn modelId="{2518F16F-2067-4376-BC99-946B42B8F6C3}" type="presParOf" srcId="{E47408F7-B214-4C02-B42B-E7C08967A46D}" destId="{825F003D-E4CB-46D3-B334-03393001281F}" srcOrd="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444278-05BA-47A7-A290-8E300C8BEA59}" type="doc">
      <dgm:prSet loTypeId="urn:microsoft.com/office/officeart/2008/layout/AscendingPictureAccentProcess" loCatId="process" qsTypeId="urn:microsoft.com/office/officeart/2005/8/quickstyle/simple1" qsCatId="simple" csTypeId="urn:microsoft.com/office/officeart/2005/8/colors/colorful1" csCatId="colorful" phldr="1"/>
      <dgm:spPr/>
    </dgm:pt>
    <dgm:pt modelId="{AE6E5C39-D46E-4FAA-92B0-C3374C346507}">
      <dgm:prSet phldrT="[Texte]"/>
      <dgm:spPr/>
      <dgm:t>
        <a:bodyPr/>
        <a:lstStyle/>
        <a:p>
          <a:r>
            <a:rPr lang="fr-FR" dirty="0"/>
            <a:t>Nettoyage des données</a:t>
          </a:r>
        </a:p>
      </dgm:t>
    </dgm:pt>
    <dgm:pt modelId="{41F29D18-6751-478E-86F1-AA893C6D3121}" type="parTrans" cxnId="{651BF72B-B443-43FB-9333-9CBA3F96761C}">
      <dgm:prSet/>
      <dgm:spPr/>
      <dgm:t>
        <a:bodyPr/>
        <a:lstStyle/>
        <a:p>
          <a:endParaRPr lang="fr-FR"/>
        </a:p>
      </dgm:t>
    </dgm:pt>
    <dgm:pt modelId="{27AFAC89-14CF-4920-98C4-6F60B0C4EFAB}" type="sibTrans" cxnId="{651BF72B-B443-43FB-9333-9CBA3F96761C}">
      <dgm:prSet/>
      <dgm:spPr>
        <a:solidFill>
          <a:srgbClr val="2683C6"/>
        </a:solidFill>
      </dgm:spPr>
      <dgm:t>
        <a:bodyPr/>
        <a:lstStyle/>
        <a:p>
          <a:endParaRPr lang="fr-FR"/>
        </a:p>
      </dgm:t>
    </dgm:pt>
    <dgm:pt modelId="{C10505B2-5135-4F18-A59A-92D4A072AA8B}">
      <dgm:prSet phldrT="[Texte]"/>
      <dgm:spPr/>
      <dgm:t>
        <a:bodyPr/>
        <a:lstStyle/>
        <a:p>
          <a:r>
            <a:rPr lang="fr-FR" dirty="0"/>
            <a:t>Migration CSV → MongoDB</a:t>
          </a:r>
        </a:p>
      </dgm:t>
    </dgm:pt>
    <dgm:pt modelId="{0D958E7D-67D5-43D5-95AC-72C30DDBB1C1}" type="parTrans" cxnId="{C53E4DDB-E687-4FA8-89F7-24796F4CEEF0}">
      <dgm:prSet/>
      <dgm:spPr/>
      <dgm:t>
        <a:bodyPr/>
        <a:lstStyle/>
        <a:p>
          <a:endParaRPr lang="fr-FR"/>
        </a:p>
      </dgm:t>
    </dgm:pt>
    <dgm:pt modelId="{1626529F-B0E7-4121-8716-C1EC07398F83}" type="sibTrans" cxnId="{C53E4DDB-E687-4FA8-89F7-24796F4CEEF0}">
      <dgm:prSet/>
      <dgm:spPr>
        <a:solidFill>
          <a:srgbClr val="27CED7"/>
        </a:solidFill>
      </dgm:spPr>
      <dgm:t>
        <a:bodyPr/>
        <a:lstStyle/>
        <a:p>
          <a:endParaRPr lang="fr-FR"/>
        </a:p>
      </dgm:t>
    </dgm:pt>
    <dgm:pt modelId="{DE86FB23-A366-4217-8A65-14F23F205EED}">
      <dgm:prSet phldrT="[Texte]"/>
      <dgm:spPr>
        <a:solidFill>
          <a:srgbClr val="42BA97"/>
        </a:solidFill>
      </dgm:spPr>
      <dgm:t>
        <a:bodyPr/>
        <a:lstStyle/>
        <a:p>
          <a:r>
            <a:rPr lang="fr-FR" dirty="0"/>
            <a:t>Opérations CRUD</a:t>
          </a:r>
        </a:p>
      </dgm:t>
    </dgm:pt>
    <dgm:pt modelId="{902D4E8C-EF70-48DD-A75E-649E312E3934}" type="parTrans" cxnId="{5106CDCF-B148-493E-B5D4-BA1B84880B34}">
      <dgm:prSet/>
      <dgm:spPr/>
      <dgm:t>
        <a:bodyPr/>
        <a:lstStyle/>
        <a:p>
          <a:endParaRPr lang="fr-FR"/>
        </a:p>
      </dgm:t>
    </dgm:pt>
    <dgm:pt modelId="{17DFC48E-C0D0-4488-9067-67C0A089D80F}" type="sibTrans" cxnId="{5106CDCF-B148-493E-B5D4-BA1B84880B34}">
      <dgm:prSet/>
      <dgm:spPr>
        <a:solidFill>
          <a:srgbClr val="42BA97"/>
        </a:solidFill>
      </dgm:spPr>
      <dgm:t>
        <a:bodyPr/>
        <a:lstStyle/>
        <a:p>
          <a:endParaRPr lang="fr-FR"/>
        </a:p>
      </dgm:t>
    </dgm:pt>
    <dgm:pt modelId="{E88CFA83-F447-42BD-9C36-3E86C5B94F67}">
      <dgm:prSet phldrT="[Texte]"/>
      <dgm:spPr>
        <a:solidFill>
          <a:srgbClr val="3E8853"/>
        </a:solidFill>
      </dgm:spPr>
      <dgm:t>
        <a:bodyPr/>
        <a:lstStyle/>
        <a:p>
          <a:r>
            <a:rPr lang="fr-FR" dirty="0"/>
            <a:t>Conteneurisation Docker</a:t>
          </a:r>
        </a:p>
      </dgm:t>
    </dgm:pt>
    <dgm:pt modelId="{B5C33C8C-444A-4FA2-B541-02459CD3C0B1}" type="parTrans" cxnId="{AB0B78ED-0D2A-4F91-8C72-960D8104F259}">
      <dgm:prSet/>
      <dgm:spPr/>
      <dgm:t>
        <a:bodyPr/>
        <a:lstStyle/>
        <a:p>
          <a:endParaRPr lang="fr-FR"/>
        </a:p>
      </dgm:t>
    </dgm:pt>
    <dgm:pt modelId="{D28D5968-5589-4E79-A559-8BA7AEC05834}" type="sibTrans" cxnId="{AB0B78ED-0D2A-4F91-8C72-960D8104F259}">
      <dgm:prSet/>
      <dgm:spPr>
        <a:solidFill>
          <a:srgbClr val="3E8853"/>
        </a:solidFill>
      </dgm:spPr>
      <dgm:t>
        <a:bodyPr/>
        <a:lstStyle/>
        <a:p>
          <a:endParaRPr lang="fr-FR"/>
        </a:p>
      </dgm:t>
    </dgm:pt>
    <dgm:pt modelId="{54F99F8B-1B52-4966-A44F-B344B19BE682}">
      <dgm:prSet phldrT="[Texte]"/>
      <dgm:spPr>
        <a:solidFill>
          <a:srgbClr val="62A39F"/>
        </a:solidFill>
      </dgm:spPr>
      <dgm:t>
        <a:bodyPr/>
        <a:lstStyle/>
        <a:p>
          <a:r>
            <a:rPr lang="fr-FR" dirty="0"/>
            <a:t>Tests automatisés</a:t>
          </a:r>
        </a:p>
      </dgm:t>
    </dgm:pt>
    <dgm:pt modelId="{828F667C-C304-4CE1-95AF-E9C8446A9BDA}" type="parTrans" cxnId="{21EDCC17-6323-4B6D-850B-592B95DCD8D9}">
      <dgm:prSet/>
      <dgm:spPr/>
      <dgm:t>
        <a:bodyPr/>
        <a:lstStyle/>
        <a:p>
          <a:endParaRPr lang="fr-FR"/>
        </a:p>
      </dgm:t>
    </dgm:pt>
    <dgm:pt modelId="{E3A21533-8FA0-4C1B-8C17-FB031B9B520C}" type="sibTrans" cxnId="{21EDCC17-6323-4B6D-850B-592B95DCD8D9}">
      <dgm:prSet/>
      <dgm:spPr>
        <a:solidFill>
          <a:srgbClr val="62A39F"/>
        </a:solidFill>
      </dgm:spPr>
      <dgm:t>
        <a:bodyPr/>
        <a:lstStyle/>
        <a:p>
          <a:endParaRPr lang="fr-FR"/>
        </a:p>
      </dgm:t>
    </dgm:pt>
    <dgm:pt modelId="{BDE2E69B-E992-4144-9035-F4516FABFDDE}">
      <dgm:prSet phldrT="[Texte]"/>
      <dgm:spPr>
        <a:solidFill>
          <a:srgbClr val="2683C6"/>
        </a:solidFill>
      </dgm:spPr>
      <dgm:t>
        <a:bodyPr/>
        <a:lstStyle/>
        <a:p>
          <a:r>
            <a:rPr lang="fr-FR" dirty="0"/>
            <a:t>Réflexion Cloud AWS</a:t>
          </a:r>
        </a:p>
      </dgm:t>
    </dgm:pt>
    <dgm:pt modelId="{32BF1D31-F625-4631-97D3-3C92D45399BE}" type="parTrans" cxnId="{9EB5EA50-5BE1-4EC6-85CD-2FB0FD921A22}">
      <dgm:prSet/>
      <dgm:spPr/>
      <dgm:t>
        <a:bodyPr/>
        <a:lstStyle/>
        <a:p>
          <a:endParaRPr lang="fr-FR"/>
        </a:p>
      </dgm:t>
    </dgm:pt>
    <dgm:pt modelId="{E13A98F7-56E7-446B-98E1-DF077A266C32}" type="sibTrans" cxnId="{9EB5EA50-5BE1-4EC6-85CD-2FB0FD921A22}">
      <dgm:prSet/>
      <dgm:spPr>
        <a:solidFill>
          <a:srgbClr val="2683C6"/>
        </a:solidFill>
      </dgm:spPr>
      <dgm:t>
        <a:bodyPr/>
        <a:lstStyle/>
        <a:p>
          <a:endParaRPr lang="fr-FR"/>
        </a:p>
      </dgm:t>
    </dgm:pt>
    <dgm:pt modelId="{865DA47A-8AB1-4418-9FC3-FCB1C722F7EB}" type="pres">
      <dgm:prSet presAssocID="{17444278-05BA-47A7-A290-8E300C8BEA59}" presName="Name0" presStyleCnt="0">
        <dgm:presLayoutVars>
          <dgm:chMax val="7"/>
          <dgm:chPref val="7"/>
          <dgm:dir/>
        </dgm:presLayoutVars>
      </dgm:prSet>
      <dgm:spPr/>
    </dgm:pt>
    <dgm:pt modelId="{7802B600-6199-4283-9B78-8966288F6151}" type="pres">
      <dgm:prSet presAssocID="{17444278-05BA-47A7-A290-8E300C8BEA59}" presName="dot1" presStyleLbl="alignNode1" presStyleIdx="0" presStyleCnt="17"/>
      <dgm:spPr/>
    </dgm:pt>
    <dgm:pt modelId="{DF5D5758-C05C-4C88-81A0-5857D295917B}" type="pres">
      <dgm:prSet presAssocID="{17444278-05BA-47A7-A290-8E300C8BEA59}" presName="dot2" presStyleLbl="alignNode1" presStyleIdx="1" presStyleCnt="17"/>
      <dgm:spPr/>
    </dgm:pt>
    <dgm:pt modelId="{C38B4F19-ECE7-4A50-AAC9-225DC1B316F0}" type="pres">
      <dgm:prSet presAssocID="{17444278-05BA-47A7-A290-8E300C8BEA59}" presName="dot3" presStyleLbl="alignNode1" presStyleIdx="2" presStyleCnt="17"/>
      <dgm:spPr/>
    </dgm:pt>
    <dgm:pt modelId="{581E85BB-31C4-454A-88A7-2CC4E903827D}" type="pres">
      <dgm:prSet presAssocID="{17444278-05BA-47A7-A290-8E300C8BEA59}" presName="dot4" presStyleLbl="alignNode1" presStyleIdx="3" presStyleCnt="17"/>
      <dgm:spPr/>
    </dgm:pt>
    <dgm:pt modelId="{C82B381C-C5A6-47CB-964F-1E8DCEB35E43}" type="pres">
      <dgm:prSet presAssocID="{17444278-05BA-47A7-A290-8E300C8BEA59}" presName="dot5" presStyleLbl="alignNode1" presStyleIdx="4" presStyleCnt="17"/>
      <dgm:spPr/>
    </dgm:pt>
    <dgm:pt modelId="{9F8911C7-8E23-49E6-9D55-44E0464AA3CD}" type="pres">
      <dgm:prSet presAssocID="{17444278-05BA-47A7-A290-8E300C8BEA59}" presName="dot6" presStyleLbl="alignNode1" presStyleIdx="5" presStyleCnt="17"/>
      <dgm:spPr/>
    </dgm:pt>
    <dgm:pt modelId="{8A90A714-9AE4-46BE-8DB1-953B1DE3BA00}" type="pres">
      <dgm:prSet presAssocID="{17444278-05BA-47A7-A290-8E300C8BEA59}" presName="dot7" presStyleLbl="alignNode1" presStyleIdx="6" presStyleCnt="17"/>
      <dgm:spPr/>
    </dgm:pt>
    <dgm:pt modelId="{BFAD86C5-4E25-419C-BCF6-ABC5C392761F}" type="pres">
      <dgm:prSet presAssocID="{17444278-05BA-47A7-A290-8E300C8BEA59}" presName="dot8" presStyleLbl="alignNode1" presStyleIdx="7" presStyleCnt="17"/>
      <dgm:spPr/>
    </dgm:pt>
    <dgm:pt modelId="{E848C091-42E8-404F-941E-BD299420EBCC}" type="pres">
      <dgm:prSet presAssocID="{17444278-05BA-47A7-A290-8E300C8BEA59}" presName="dot9" presStyleLbl="alignNode1" presStyleIdx="8" presStyleCnt="17"/>
      <dgm:spPr/>
    </dgm:pt>
    <dgm:pt modelId="{A4692AF3-871E-43F5-8327-3B337DD4E5F9}" type="pres">
      <dgm:prSet presAssocID="{17444278-05BA-47A7-A290-8E300C8BEA59}" presName="dot10" presStyleLbl="alignNode1" presStyleIdx="9" presStyleCnt="17"/>
      <dgm:spPr/>
    </dgm:pt>
    <dgm:pt modelId="{15254507-8172-426E-A37E-1BBACBC8AE15}" type="pres">
      <dgm:prSet presAssocID="{17444278-05BA-47A7-A290-8E300C8BEA59}" presName="dotArrow1" presStyleLbl="alignNode1" presStyleIdx="10" presStyleCnt="17"/>
      <dgm:spPr/>
    </dgm:pt>
    <dgm:pt modelId="{C39CE09B-6545-4B68-B4C7-CFFE919FEDB5}" type="pres">
      <dgm:prSet presAssocID="{17444278-05BA-47A7-A290-8E300C8BEA59}" presName="dotArrow2" presStyleLbl="alignNode1" presStyleIdx="11" presStyleCnt="17"/>
      <dgm:spPr/>
    </dgm:pt>
    <dgm:pt modelId="{E2D6BF13-C4E4-4FC0-9E76-429C13A116FC}" type="pres">
      <dgm:prSet presAssocID="{17444278-05BA-47A7-A290-8E300C8BEA59}" presName="dotArrow3" presStyleLbl="alignNode1" presStyleIdx="12" presStyleCnt="17"/>
      <dgm:spPr/>
    </dgm:pt>
    <dgm:pt modelId="{14AC7F34-D820-4254-8B70-0CDE79A175D6}" type="pres">
      <dgm:prSet presAssocID="{17444278-05BA-47A7-A290-8E300C8BEA59}" presName="dotArrow4" presStyleLbl="alignNode1" presStyleIdx="13" presStyleCnt="17"/>
      <dgm:spPr/>
    </dgm:pt>
    <dgm:pt modelId="{63419D26-6246-44DD-8CC0-A6791650D76D}" type="pres">
      <dgm:prSet presAssocID="{17444278-05BA-47A7-A290-8E300C8BEA59}" presName="dotArrow5" presStyleLbl="alignNode1" presStyleIdx="14" presStyleCnt="17"/>
      <dgm:spPr/>
    </dgm:pt>
    <dgm:pt modelId="{78969372-92CA-44A8-AF4C-291DC111B73F}" type="pres">
      <dgm:prSet presAssocID="{17444278-05BA-47A7-A290-8E300C8BEA59}" presName="dotArrow6" presStyleLbl="alignNode1" presStyleIdx="15" presStyleCnt="17"/>
      <dgm:spPr/>
    </dgm:pt>
    <dgm:pt modelId="{8D64A83E-0DCC-4C4C-A4E1-AC7D3FEBDF01}" type="pres">
      <dgm:prSet presAssocID="{17444278-05BA-47A7-A290-8E300C8BEA59}" presName="dotArrow7" presStyleLbl="alignNode1" presStyleIdx="16" presStyleCnt="17"/>
      <dgm:spPr/>
    </dgm:pt>
    <dgm:pt modelId="{CF89980D-742A-4D2C-9177-8E1F9AB1DDC3}" type="pres">
      <dgm:prSet presAssocID="{AE6E5C39-D46E-4FAA-92B0-C3374C346507}" presName="parTx1" presStyleLbl="node1" presStyleIdx="0" presStyleCnt="6"/>
      <dgm:spPr/>
    </dgm:pt>
    <dgm:pt modelId="{0A5191F4-62FF-4E11-B961-CD6511EACAFC}" type="pres">
      <dgm:prSet presAssocID="{27AFAC89-14CF-4920-98C4-6F60B0C4EFAB}" presName="picture1" presStyleCnt="0"/>
      <dgm:spPr/>
    </dgm:pt>
    <dgm:pt modelId="{6721F1D2-4BC4-4ECD-8225-56EFC36C093A}" type="pres">
      <dgm:prSet presAssocID="{27AFAC89-14CF-4920-98C4-6F60B0C4EFAB}" presName="imageRepeatNode" presStyleLbl="fgImgPlace1" presStyleIdx="0" presStyleCnt="6" custLinFactNeighborX="9236" custLinFactNeighborY="-5672"/>
      <dgm:spPr/>
    </dgm:pt>
    <dgm:pt modelId="{D9D6A72B-7B7A-4F13-88A6-81B630879BA4}" type="pres">
      <dgm:prSet presAssocID="{C10505B2-5135-4F18-A59A-92D4A072AA8B}" presName="parTx2" presStyleLbl="node1" presStyleIdx="1" presStyleCnt="6"/>
      <dgm:spPr/>
    </dgm:pt>
    <dgm:pt modelId="{984E22E6-08F5-4C72-A2BE-719FAD929388}" type="pres">
      <dgm:prSet presAssocID="{1626529F-B0E7-4121-8716-C1EC07398F83}" presName="picture2" presStyleCnt="0"/>
      <dgm:spPr/>
    </dgm:pt>
    <dgm:pt modelId="{BFD66475-5812-41BC-BE13-0B015218EA40}" type="pres">
      <dgm:prSet presAssocID="{1626529F-B0E7-4121-8716-C1EC07398F83}" presName="imageRepeatNode" presStyleLbl="fgImgPlace1" presStyleIdx="1" presStyleCnt="6"/>
      <dgm:spPr/>
    </dgm:pt>
    <dgm:pt modelId="{8F2CC92D-8854-490F-A173-3972597CC3F3}" type="pres">
      <dgm:prSet presAssocID="{DE86FB23-A366-4217-8A65-14F23F205EED}" presName="parTx3" presStyleLbl="node1" presStyleIdx="2" presStyleCnt="6"/>
      <dgm:spPr/>
    </dgm:pt>
    <dgm:pt modelId="{3F2E8F7F-20D8-4688-96CA-1CC9384D17B1}" type="pres">
      <dgm:prSet presAssocID="{17DFC48E-C0D0-4488-9067-67C0A089D80F}" presName="picture3" presStyleCnt="0"/>
      <dgm:spPr/>
    </dgm:pt>
    <dgm:pt modelId="{26A3F898-6679-4925-8474-0E7D0AF80631}" type="pres">
      <dgm:prSet presAssocID="{17DFC48E-C0D0-4488-9067-67C0A089D80F}" presName="imageRepeatNode" presStyleLbl="fgImgPlace1" presStyleIdx="2" presStyleCnt="6"/>
      <dgm:spPr/>
    </dgm:pt>
    <dgm:pt modelId="{FF5D06D2-B15B-407C-A4B7-D4E9E9702F4E}" type="pres">
      <dgm:prSet presAssocID="{E88CFA83-F447-42BD-9C36-3E86C5B94F67}" presName="parTx4" presStyleLbl="node1" presStyleIdx="3" presStyleCnt="6"/>
      <dgm:spPr/>
    </dgm:pt>
    <dgm:pt modelId="{F46A48F8-5590-40B5-A3E5-092824FD3AD6}" type="pres">
      <dgm:prSet presAssocID="{D28D5968-5589-4E79-A559-8BA7AEC05834}" presName="picture4" presStyleCnt="0"/>
      <dgm:spPr/>
    </dgm:pt>
    <dgm:pt modelId="{ADC361E6-77B8-4510-8BBD-575C95833A80}" type="pres">
      <dgm:prSet presAssocID="{D28D5968-5589-4E79-A559-8BA7AEC05834}" presName="imageRepeatNode" presStyleLbl="fgImgPlace1" presStyleIdx="3" presStyleCnt="6"/>
      <dgm:spPr/>
    </dgm:pt>
    <dgm:pt modelId="{46729203-CD15-49DB-BD0D-D6D2B809A811}" type="pres">
      <dgm:prSet presAssocID="{54F99F8B-1B52-4966-A44F-B344B19BE682}" presName="parTx5" presStyleLbl="node1" presStyleIdx="4" presStyleCnt="6"/>
      <dgm:spPr/>
    </dgm:pt>
    <dgm:pt modelId="{583C4FF1-EBDC-464F-8DA2-5EA44782D14D}" type="pres">
      <dgm:prSet presAssocID="{E3A21533-8FA0-4C1B-8C17-FB031B9B520C}" presName="picture5" presStyleCnt="0"/>
      <dgm:spPr/>
    </dgm:pt>
    <dgm:pt modelId="{038BF80C-776D-475E-9C3B-71477669AF01}" type="pres">
      <dgm:prSet presAssocID="{E3A21533-8FA0-4C1B-8C17-FB031B9B520C}" presName="imageRepeatNode" presStyleLbl="fgImgPlace1" presStyleIdx="4" presStyleCnt="6"/>
      <dgm:spPr/>
    </dgm:pt>
    <dgm:pt modelId="{28E63FF7-D9BE-411E-8720-40D824104B97}" type="pres">
      <dgm:prSet presAssocID="{BDE2E69B-E992-4144-9035-F4516FABFDDE}" presName="parTx6" presStyleLbl="node1" presStyleIdx="5" presStyleCnt="6"/>
      <dgm:spPr/>
    </dgm:pt>
    <dgm:pt modelId="{6C288CCD-501C-400F-A07A-F50C6425CA78}" type="pres">
      <dgm:prSet presAssocID="{E13A98F7-56E7-446B-98E1-DF077A266C32}" presName="picture6" presStyleCnt="0"/>
      <dgm:spPr/>
    </dgm:pt>
    <dgm:pt modelId="{976830B0-CC90-447F-8BA5-AEF6F0F3F2FE}" type="pres">
      <dgm:prSet presAssocID="{E13A98F7-56E7-446B-98E1-DF077A266C32}" presName="imageRepeatNode" presStyleLbl="fgImgPlace1" presStyleIdx="5" presStyleCnt="6"/>
      <dgm:spPr/>
    </dgm:pt>
  </dgm:ptLst>
  <dgm:cxnLst>
    <dgm:cxn modelId="{56239E02-B671-4F16-8DFE-8ECF7873B141}" type="presOf" srcId="{DE86FB23-A366-4217-8A65-14F23F205EED}" destId="{8F2CC92D-8854-490F-A173-3972597CC3F3}" srcOrd="0" destOrd="0" presId="urn:microsoft.com/office/officeart/2008/layout/AscendingPictureAccentProcess"/>
    <dgm:cxn modelId="{0E138505-4C90-4B4E-A42B-279D02F090B3}" type="presOf" srcId="{BDE2E69B-E992-4144-9035-F4516FABFDDE}" destId="{28E63FF7-D9BE-411E-8720-40D824104B97}" srcOrd="0" destOrd="0" presId="urn:microsoft.com/office/officeart/2008/layout/AscendingPictureAccentProcess"/>
    <dgm:cxn modelId="{53563E10-235B-422E-91B8-9C82E384977C}" type="presOf" srcId="{E3A21533-8FA0-4C1B-8C17-FB031B9B520C}" destId="{038BF80C-776D-475E-9C3B-71477669AF01}" srcOrd="0" destOrd="0" presId="urn:microsoft.com/office/officeart/2008/layout/AscendingPictureAccentProcess"/>
    <dgm:cxn modelId="{7E85E114-0B9D-48CE-A813-88D2D8919010}" type="presOf" srcId="{27AFAC89-14CF-4920-98C4-6F60B0C4EFAB}" destId="{6721F1D2-4BC4-4ECD-8225-56EFC36C093A}" srcOrd="0" destOrd="0" presId="urn:microsoft.com/office/officeart/2008/layout/AscendingPictureAccentProcess"/>
    <dgm:cxn modelId="{21EDCC17-6323-4B6D-850B-592B95DCD8D9}" srcId="{17444278-05BA-47A7-A290-8E300C8BEA59}" destId="{54F99F8B-1B52-4966-A44F-B344B19BE682}" srcOrd="4" destOrd="0" parTransId="{828F667C-C304-4CE1-95AF-E9C8446A9BDA}" sibTransId="{E3A21533-8FA0-4C1B-8C17-FB031B9B520C}"/>
    <dgm:cxn modelId="{B983E717-675D-4B26-8C79-8A2881FC128C}" type="presOf" srcId="{17DFC48E-C0D0-4488-9067-67C0A089D80F}" destId="{26A3F898-6679-4925-8474-0E7D0AF80631}" srcOrd="0" destOrd="0" presId="urn:microsoft.com/office/officeart/2008/layout/AscendingPictureAccentProcess"/>
    <dgm:cxn modelId="{4BA8C318-43EF-4CA9-AB40-EB5E526CF3BA}" type="presOf" srcId="{D28D5968-5589-4E79-A559-8BA7AEC05834}" destId="{ADC361E6-77B8-4510-8BBD-575C95833A80}" srcOrd="0" destOrd="0" presId="urn:microsoft.com/office/officeart/2008/layout/AscendingPictureAccentProcess"/>
    <dgm:cxn modelId="{651BF72B-B443-43FB-9333-9CBA3F96761C}" srcId="{17444278-05BA-47A7-A290-8E300C8BEA59}" destId="{AE6E5C39-D46E-4FAA-92B0-C3374C346507}" srcOrd="0" destOrd="0" parTransId="{41F29D18-6751-478E-86F1-AA893C6D3121}" sibTransId="{27AFAC89-14CF-4920-98C4-6F60B0C4EFAB}"/>
    <dgm:cxn modelId="{483E5B3F-9CE3-4BC3-844E-3B0434E083CA}" type="presOf" srcId="{17444278-05BA-47A7-A290-8E300C8BEA59}" destId="{865DA47A-8AB1-4418-9FC3-FCB1C722F7EB}" srcOrd="0" destOrd="0" presId="urn:microsoft.com/office/officeart/2008/layout/AscendingPictureAccentProcess"/>
    <dgm:cxn modelId="{BCC4E561-5B1A-40A8-80E7-71A27ECB09A1}" type="presOf" srcId="{E88CFA83-F447-42BD-9C36-3E86C5B94F67}" destId="{FF5D06D2-B15B-407C-A4B7-D4E9E9702F4E}" srcOrd="0" destOrd="0" presId="urn:microsoft.com/office/officeart/2008/layout/AscendingPictureAccentProcess"/>
    <dgm:cxn modelId="{C6B21B46-F135-411F-97A8-17829D5EEDEA}" type="presOf" srcId="{AE6E5C39-D46E-4FAA-92B0-C3374C346507}" destId="{CF89980D-742A-4D2C-9177-8E1F9AB1DDC3}" srcOrd="0" destOrd="0" presId="urn:microsoft.com/office/officeart/2008/layout/AscendingPictureAccentProcess"/>
    <dgm:cxn modelId="{9EB5EA50-5BE1-4EC6-85CD-2FB0FD921A22}" srcId="{17444278-05BA-47A7-A290-8E300C8BEA59}" destId="{BDE2E69B-E992-4144-9035-F4516FABFDDE}" srcOrd="5" destOrd="0" parTransId="{32BF1D31-F625-4631-97D3-3C92D45399BE}" sibTransId="{E13A98F7-56E7-446B-98E1-DF077A266C32}"/>
    <dgm:cxn modelId="{5CA0DCA7-4F56-4ECE-ADC8-9142DC72C83F}" type="presOf" srcId="{E13A98F7-56E7-446B-98E1-DF077A266C32}" destId="{976830B0-CC90-447F-8BA5-AEF6F0F3F2FE}" srcOrd="0" destOrd="0" presId="urn:microsoft.com/office/officeart/2008/layout/AscendingPictureAccentProcess"/>
    <dgm:cxn modelId="{5106CDCF-B148-493E-B5D4-BA1B84880B34}" srcId="{17444278-05BA-47A7-A290-8E300C8BEA59}" destId="{DE86FB23-A366-4217-8A65-14F23F205EED}" srcOrd="2" destOrd="0" parTransId="{902D4E8C-EF70-48DD-A75E-649E312E3934}" sibTransId="{17DFC48E-C0D0-4488-9067-67C0A089D80F}"/>
    <dgm:cxn modelId="{39CD25D2-7517-4FBA-B729-15BA92334083}" type="presOf" srcId="{1626529F-B0E7-4121-8716-C1EC07398F83}" destId="{BFD66475-5812-41BC-BE13-0B015218EA40}" srcOrd="0" destOrd="0" presId="urn:microsoft.com/office/officeart/2008/layout/AscendingPictureAccentProcess"/>
    <dgm:cxn modelId="{C53E4DDB-E687-4FA8-89F7-24796F4CEEF0}" srcId="{17444278-05BA-47A7-A290-8E300C8BEA59}" destId="{C10505B2-5135-4F18-A59A-92D4A072AA8B}" srcOrd="1" destOrd="0" parTransId="{0D958E7D-67D5-43D5-95AC-72C30DDBB1C1}" sibTransId="{1626529F-B0E7-4121-8716-C1EC07398F83}"/>
    <dgm:cxn modelId="{7C2D47E8-B54B-4EFE-BBAC-FEE7A5119CEA}" type="presOf" srcId="{54F99F8B-1B52-4966-A44F-B344B19BE682}" destId="{46729203-CD15-49DB-BD0D-D6D2B809A811}" srcOrd="0" destOrd="0" presId="urn:microsoft.com/office/officeart/2008/layout/AscendingPictureAccentProcess"/>
    <dgm:cxn modelId="{AB0B78ED-0D2A-4F91-8C72-960D8104F259}" srcId="{17444278-05BA-47A7-A290-8E300C8BEA59}" destId="{E88CFA83-F447-42BD-9C36-3E86C5B94F67}" srcOrd="3" destOrd="0" parTransId="{B5C33C8C-444A-4FA2-B541-02459CD3C0B1}" sibTransId="{D28D5968-5589-4E79-A559-8BA7AEC05834}"/>
    <dgm:cxn modelId="{649983FE-9678-455C-BADE-B72DC327CFF1}" type="presOf" srcId="{C10505B2-5135-4F18-A59A-92D4A072AA8B}" destId="{D9D6A72B-7B7A-4F13-88A6-81B630879BA4}" srcOrd="0" destOrd="0" presId="urn:microsoft.com/office/officeart/2008/layout/AscendingPictureAccentProcess"/>
    <dgm:cxn modelId="{B2E7FEC4-81A5-442A-AA38-ED234F23DAB2}" type="presParOf" srcId="{865DA47A-8AB1-4418-9FC3-FCB1C722F7EB}" destId="{7802B600-6199-4283-9B78-8966288F6151}" srcOrd="0" destOrd="0" presId="urn:microsoft.com/office/officeart/2008/layout/AscendingPictureAccentProcess"/>
    <dgm:cxn modelId="{C554D81F-1034-41EA-B9B6-232CB33DAF34}" type="presParOf" srcId="{865DA47A-8AB1-4418-9FC3-FCB1C722F7EB}" destId="{DF5D5758-C05C-4C88-81A0-5857D295917B}" srcOrd="1" destOrd="0" presId="urn:microsoft.com/office/officeart/2008/layout/AscendingPictureAccentProcess"/>
    <dgm:cxn modelId="{FDAD4EE7-E7EB-47CD-B658-2E480B06678D}" type="presParOf" srcId="{865DA47A-8AB1-4418-9FC3-FCB1C722F7EB}" destId="{C38B4F19-ECE7-4A50-AAC9-225DC1B316F0}" srcOrd="2" destOrd="0" presId="urn:microsoft.com/office/officeart/2008/layout/AscendingPictureAccentProcess"/>
    <dgm:cxn modelId="{BBEE3A0E-A39F-4C32-BB69-A79AF9D5DB9F}" type="presParOf" srcId="{865DA47A-8AB1-4418-9FC3-FCB1C722F7EB}" destId="{581E85BB-31C4-454A-88A7-2CC4E903827D}" srcOrd="3" destOrd="0" presId="urn:microsoft.com/office/officeart/2008/layout/AscendingPictureAccentProcess"/>
    <dgm:cxn modelId="{63F5A3B7-BE7B-4BAE-8A7D-4CEA7E9A5BAA}" type="presParOf" srcId="{865DA47A-8AB1-4418-9FC3-FCB1C722F7EB}" destId="{C82B381C-C5A6-47CB-964F-1E8DCEB35E43}" srcOrd="4" destOrd="0" presId="urn:microsoft.com/office/officeart/2008/layout/AscendingPictureAccentProcess"/>
    <dgm:cxn modelId="{9B1C908B-FA47-4DF6-9588-AD519E3BA192}" type="presParOf" srcId="{865DA47A-8AB1-4418-9FC3-FCB1C722F7EB}" destId="{9F8911C7-8E23-49E6-9D55-44E0464AA3CD}" srcOrd="5" destOrd="0" presId="urn:microsoft.com/office/officeart/2008/layout/AscendingPictureAccentProcess"/>
    <dgm:cxn modelId="{2EC09724-DA55-402A-A3C2-3EFF6C745ECC}" type="presParOf" srcId="{865DA47A-8AB1-4418-9FC3-FCB1C722F7EB}" destId="{8A90A714-9AE4-46BE-8DB1-953B1DE3BA00}" srcOrd="6" destOrd="0" presId="urn:microsoft.com/office/officeart/2008/layout/AscendingPictureAccentProcess"/>
    <dgm:cxn modelId="{5E0307EA-47D6-40FF-981F-CCEA1C647BD7}" type="presParOf" srcId="{865DA47A-8AB1-4418-9FC3-FCB1C722F7EB}" destId="{BFAD86C5-4E25-419C-BCF6-ABC5C392761F}" srcOrd="7" destOrd="0" presId="urn:microsoft.com/office/officeart/2008/layout/AscendingPictureAccentProcess"/>
    <dgm:cxn modelId="{98FF8EA8-1A14-4E48-91C8-24243F17AFF0}" type="presParOf" srcId="{865DA47A-8AB1-4418-9FC3-FCB1C722F7EB}" destId="{E848C091-42E8-404F-941E-BD299420EBCC}" srcOrd="8" destOrd="0" presId="urn:microsoft.com/office/officeart/2008/layout/AscendingPictureAccentProcess"/>
    <dgm:cxn modelId="{2532C3B5-E157-4CF4-B4AA-9CEC5C7B5EE0}" type="presParOf" srcId="{865DA47A-8AB1-4418-9FC3-FCB1C722F7EB}" destId="{A4692AF3-871E-43F5-8327-3B337DD4E5F9}" srcOrd="9" destOrd="0" presId="urn:microsoft.com/office/officeart/2008/layout/AscendingPictureAccentProcess"/>
    <dgm:cxn modelId="{EFE9173E-914F-452B-8887-C29FB69D9B59}" type="presParOf" srcId="{865DA47A-8AB1-4418-9FC3-FCB1C722F7EB}" destId="{15254507-8172-426E-A37E-1BBACBC8AE15}" srcOrd="10" destOrd="0" presId="urn:microsoft.com/office/officeart/2008/layout/AscendingPictureAccentProcess"/>
    <dgm:cxn modelId="{3CF07F0E-B0F4-4602-BF1F-1B08477CCD8E}" type="presParOf" srcId="{865DA47A-8AB1-4418-9FC3-FCB1C722F7EB}" destId="{C39CE09B-6545-4B68-B4C7-CFFE919FEDB5}" srcOrd="11" destOrd="0" presId="urn:microsoft.com/office/officeart/2008/layout/AscendingPictureAccentProcess"/>
    <dgm:cxn modelId="{E23A9501-5F4A-4344-B072-79C841DE1872}" type="presParOf" srcId="{865DA47A-8AB1-4418-9FC3-FCB1C722F7EB}" destId="{E2D6BF13-C4E4-4FC0-9E76-429C13A116FC}" srcOrd="12" destOrd="0" presId="urn:microsoft.com/office/officeart/2008/layout/AscendingPictureAccentProcess"/>
    <dgm:cxn modelId="{EA4A091A-F3E4-4ECD-B3F7-B3383F9A9B31}" type="presParOf" srcId="{865DA47A-8AB1-4418-9FC3-FCB1C722F7EB}" destId="{14AC7F34-D820-4254-8B70-0CDE79A175D6}" srcOrd="13" destOrd="0" presId="urn:microsoft.com/office/officeart/2008/layout/AscendingPictureAccentProcess"/>
    <dgm:cxn modelId="{9722B7DB-1ED2-46E6-9E40-F16DCCD864EF}" type="presParOf" srcId="{865DA47A-8AB1-4418-9FC3-FCB1C722F7EB}" destId="{63419D26-6246-44DD-8CC0-A6791650D76D}" srcOrd="14" destOrd="0" presId="urn:microsoft.com/office/officeart/2008/layout/AscendingPictureAccentProcess"/>
    <dgm:cxn modelId="{E0EEAD93-F103-4D74-8EDA-8A70D12FD4AC}" type="presParOf" srcId="{865DA47A-8AB1-4418-9FC3-FCB1C722F7EB}" destId="{78969372-92CA-44A8-AF4C-291DC111B73F}" srcOrd="15" destOrd="0" presId="urn:microsoft.com/office/officeart/2008/layout/AscendingPictureAccentProcess"/>
    <dgm:cxn modelId="{3CABC5ED-3A4A-4137-9C7E-8735CD8C957D}" type="presParOf" srcId="{865DA47A-8AB1-4418-9FC3-FCB1C722F7EB}" destId="{8D64A83E-0DCC-4C4C-A4E1-AC7D3FEBDF01}" srcOrd="16" destOrd="0" presId="urn:microsoft.com/office/officeart/2008/layout/AscendingPictureAccentProcess"/>
    <dgm:cxn modelId="{E2CDC014-2074-410B-A664-2B0AFBFEE632}" type="presParOf" srcId="{865DA47A-8AB1-4418-9FC3-FCB1C722F7EB}" destId="{CF89980D-742A-4D2C-9177-8E1F9AB1DDC3}" srcOrd="17" destOrd="0" presId="urn:microsoft.com/office/officeart/2008/layout/AscendingPictureAccentProcess"/>
    <dgm:cxn modelId="{F51CB1B3-13C3-4004-B604-AF4396971144}" type="presParOf" srcId="{865DA47A-8AB1-4418-9FC3-FCB1C722F7EB}" destId="{0A5191F4-62FF-4E11-B961-CD6511EACAFC}" srcOrd="18" destOrd="0" presId="urn:microsoft.com/office/officeart/2008/layout/AscendingPictureAccentProcess"/>
    <dgm:cxn modelId="{EAF07FA2-3308-4265-AAB1-2ED598DEDB2C}" type="presParOf" srcId="{0A5191F4-62FF-4E11-B961-CD6511EACAFC}" destId="{6721F1D2-4BC4-4ECD-8225-56EFC36C093A}" srcOrd="0" destOrd="0" presId="urn:microsoft.com/office/officeart/2008/layout/AscendingPictureAccentProcess"/>
    <dgm:cxn modelId="{BC64010B-1F0C-4E55-919C-F13EA5BF95FB}" type="presParOf" srcId="{865DA47A-8AB1-4418-9FC3-FCB1C722F7EB}" destId="{D9D6A72B-7B7A-4F13-88A6-81B630879BA4}" srcOrd="19" destOrd="0" presId="urn:microsoft.com/office/officeart/2008/layout/AscendingPictureAccentProcess"/>
    <dgm:cxn modelId="{9612BB1E-2427-4F83-82A3-1842A33139F8}" type="presParOf" srcId="{865DA47A-8AB1-4418-9FC3-FCB1C722F7EB}" destId="{984E22E6-08F5-4C72-A2BE-719FAD929388}" srcOrd="20" destOrd="0" presId="urn:microsoft.com/office/officeart/2008/layout/AscendingPictureAccentProcess"/>
    <dgm:cxn modelId="{E30DFAEC-9847-4BAA-B96C-6DDD49D9B48B}" type="presParOf" srcId="{984E22E6-08F5-4C72-A2BE-719FAD929388}" destId="{BFD66475-5812-41BC-BE13-0B015218EA40}" srcOrd="0" destOrd="0" presId="urn:microsoft.com/office/officeart/2008/layout/AscendingPictureAccentProcess"/>
    <dgm:cxn modelId="{20F72130-13B5-41AA-9920-947EB281FA57}" type="presParOf" srcId="{865DA47A-8AB1-4418-9FC3-FCB1C722F7EB}" destId="{8F2CC92D-8854-490F-A173-3972597CC3F3}" srcOrd="21" destOrd="0" presId="urn:microsoft.com/office/officeart/2008/layout/AscendingPictureAccentProcess"/>
    <dgm:cxn modelId="{A067DD7C-A5F4-4F36-A03A-8E5E044EAB7B}" type="presParOf" srcId="{865DA47A-8AB1-4418-9FC3-FCB1C722F7EB}" destId="{3F2E8F7F-20D8-4688-96CA-1CC9384D17B1}" srcOrd="22" destOrd="0" presId="urn:microsoft.com/office/officeart/2008/layout/AscendingPictureAccentProcess"/>
    <dgm:cxn modelId="{17B052FC-3840-431E-9A6B-EB758F148F52}" type="presParOf" srcId="{3F2E8F7F-20D8-4688-96CA-1CC9384D17B1}" destId="{26A3F898-6679-4925-8474-0E7D0AF80631}" srcOrd="0" destOrd="0" presId="urn:microsoft.com/office/officeart/2008/layout/AscendingPictureAccentProcess"/>
    <dgm:cxn modelId="{B89E31BD-D82E-4396-AD2C-714ECA7365F4}" type="presParOf" srcId="{865DA47A-8AB1-4418-9FC3-FCB1C722F7EB}" destId="{FF5D06D2-B15B-407C-A4B7-D4E9E9702F4E}" srcOrd="23" destOrd="0" presId="urn:microsoft.com/office/officeart/2008/layout/AscendingPictureAccentProcess"/>
    <dgm:cxn modelId="{04C84871-2710-4639-806E-68A028CA1D3E}" type="presParOf" srcId="{865DA47A-8AB1-4418-9FC3-FCB1C722F7EB}" destId="{F46A48F8-5590-40B5-A3E5-092824FD3AD6}" srcOrd="24" destOrd="0" presId="urn:microsoft.com/office/officeart/2008/layout/AscendingPictureAccentProcess"/>
    <dgm:cxn modelId="{423403B7-022C-43C0-A4D6-9958766CA381}" type="presParOf" srcId="{F46A48F8-5590-40B5-A3E5-092824FD3AD6}" destId="{ADC361E6-77B8-4510-8BBD-575C95833A80}" srcOrd="0" destOrd="0" presId="urn:microsoft.com/office/officeart/2008/layout/AscendingPictureAccentProcess"/>
    <dgm:cxn modelId="{EB58FE50-71D9-4072-B869-370892F5DDBD}" type="presParOf" srcId="{865DA47A-8AB1-4418-9FC3-FCB1C722F7EB}" destId="{46729203-CD15-49DB-BD0D-D6D2B809A811}" srcOrd="25" destOrd="0" presId="urn:microsoft.com/office/officeart/2008/layout/AscendingPictureAccentProcess"/>
    <dgm:cxn modelId="{DC3C1E17-32D7-404A-82B0-1C360C38EDDB}" type="presParOf" srcId="{865DA47A-8AB1-4418-9FC3-FCB1C722F7EB}" destId="{583C4FF1-EBDC-464F-8DA2-5EA44782D14D}" srcOrd="26" destOrd="0" presId="urn:microsoft.com/office/officeart/2008/layout/AscendingPictureAccentProcess"/>
    <dgm:cxn modelId="{2D065068-39CD-4357-9076-1E1A2996F278}" type="presParOf" srcId="{583C4FF1-EBDC-464F-8DA2-5EA44782D14D}" destId="{038BF80C-776D-475E-9C3B-71477669AF01}" srcOrd="0" destOrd="0" presId="urn:microsoft.com/office/officeart/2008/layout/AscendingPictureAccentProcess"/>
    <dgm:cxn modelId="{9AD1681B-5757-4FFC-81EB-3B8BD512655A}" type="presParOf" srcId="{865DA47A-8AB1-4418-9FC3-FCB1C722F7EB}" destId="{28E63FF7-D9BE-411E-8720-40D824104B97}" srcOrd="27" destOrd="0" presId="urn:microsoft.com/office/officeart/2008/layout/AscendingPictureAccentProcess"/>
    <dgm:cxn modelId="{8B9FE4A7-05A9-4966-97DC-B24269C78763}" type="presParOf" srcId="{865DA47A-8AB1-4418-9FC3-FCB1C722F7EB}" destId="{6C288CCD-501C-400F-A07A-F50C6425CA78}" srcOrd="28" destOrd="0" presId="urn:microsoft.com/office/officeart/2008/layout/AscendingPictureAccentProcess"/>
    <dgm:cxn modelId="{2D889071-BBF8-46DA-8ECB-A3319B25AE80}" type="presParOf" srcId="{6C288CCD-501C-400F-A07A-F50C6425CA78}" destId="{976830B0-CC90-447F-8BA5-AEF6F0F3F2FE}" srcOrd="0" destOrd="0" presId="urn:microsoft.com/office/officeart/2008/layout/AscendingPictureAccent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C71E53-1132-4A23-B92D-C69152871C1A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12090CC-BA1A-4ADC-B602-644190DD6FE8}">
      <dgm:prSet phldrT="[Texte]" phldr="0"/>
      <dgm:spPr/>
      <dgm:t>
        <a:bodyPr/>
        <a:lstStyle/>
        <a:p>
          <a:r>
            <a:rPr lang="fr-FR" dirty="0"/>
            <a:t>_</a:t>
          </a:r>
          <a:r>
            <a:rPr lang="fr-FR" dirty="0">
              <a:latin typeface="+mn-lt"/>
            </a:rPr>
            <a:t>id : </a:t>
          </a:r>
          <a:r>
            <a:rPr lang="fr-FR" dirty="0" err="1">
              <a:latin typeface="+mn-lt"/>
            </a:rPr>
            <a:t>ObjectId</a:t>
          </a:r>
          <a:endParaRPr lang="fr-FR" dirty="0">
            <a:latin typeface="+mn-lt"/>
          </a:endParaRPr>
        </a:p>
      </dgm:t>
    </dgm:pt>
    <dgm:pt modelId="{32A23D18-AAA7-4757-A24E-9085B2D3CD84}" type="parTrans" cxnId="{FD33D107-2E03-4CA0-95AC-3C76465B7EAF}">
      <dgm:prSet/>
      <dgm:spPr/>
      <dgm:t>
        <a:bodyPr/>
        <a:lstStyle/>
        <a:p>
          <a:endParaRPr lang="fr-FR"/>
        </a:p>
      </dgm:t>
    </dgm:pt>
    <dgm:pt modelId="{69843D96-090D-40FE-8BC0-2E917755BEF0}" type="sibTrans" cxnId="{FD33D107-2E03-4CA0-95AC-3C76465B7EAF}">
      <dgm:prSet/>
      <dgm:spPr/>
      <dgm:t>
        <a:bodyPr/>
        <a:lstStyle/>
        <a:p>
          <a:endParaRPr lang="fr-FR"/>
        </a:p>
      </dgm:t>
    </dgm:pt>
    <dgm:pt modelId="{2ECFCE3F-23A6-4118-96FE-794E76FAAEAC}">
      <dgm:prSet phldrT="[Texte]" phldr="0"/>
      <dgm:spPr/>
      <dgm:t>
        <a:bodyPr/>
        <a:lstStyle/>
        <a:p>
          <a:r>
            <a:rPr lang="fr-FR" dirty="0" err="1"/>
            <a:t>age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31EC6B1F-EA65-4BF8-B3EA-3F3E6BAC7CFE}" type="parTrans" cxnId="{F5879693-E817-42AC-89EF-C83A9A75BD51}">
      <dgm:prSet/>
      <dgm:spPr/>
      <dgm:t>
        <a:bodyPr/>
        <a:lstStyle/>
        <a:p>
          <a:endParaRPr lang="fr-FR"/>
        </a:p>
      </dgm:t>
    </dgm:pt>
    <dgm:pt modelId="{C8691A4A-7C39-45EB-B7E2-E0AF8EFF01C0}" type="sibTrans" cxnId="{F5879693-E817-42AC-89EF-C83A9A75BD51}">
      <dgm:prSet/>
      <dgm:spPr/>
      <dgm:t>
        <a:bodyPr/>
        <a:lstStyle/>
        <a:p>
          <a:endParaRPr lang="fr-FR"/>
        </a:p>
      </dgm:t>
    </dgm:pt>
    <dgm:pt modelId="{0CD8E267-D4B2-4A4C-987F-B10C25D06084}">
      <dgm:prSet phldrT="[Texte]" phldr="0"/>
      <dgm:spPr/>
      <dgm:t>
        <a:bodyPr/>
        <a:lstStyle/>
        <a:p>
          <a:r>
            <a:rPr lang="fr-FR" dirty="0" err="1"/>
            <a:t>gender</a:t>
          </a:r>
          <a:r>
            <a:rPr lang="fr-FR" dirty="0"/>
            <a:t> : string</a:t>
          </a:r>
        </a:p>
      </dgm:t>
    </dgm:pt>
    <dgm:pt modelId="{DA14A57B-EFC6-45D5-B368-5BF015691231}" type="parTrans" cxnId="{98945CC8-5065-454F-B30F-73BE8090A5CB}">
      <dgm:prSet/>
      <dgm:spPr/>
      <dgm:t>
        <a:bodyPr/>
        <a:lstStyle/>
        <a:p>
          <a:endParaRPr lang="fr-FR"/>
        </a:p>
      </dgm:t>
    </dgm:pt>
    <dgm:pt modelId="{6C47D723-0748-4010-ACDC-9DF41D159F2D}" type="sibTrans" cxnId="{98945CC8-5065-454F-B30F-73BE8090A5CB}">
      <dgm:prSet/>
      <dgm:spPr/>
      <dgm:t>
        <a:bodyPr/>
        <a:lstStyle/>
        <a:p>
          <a:endParaRPr lang="fr-FR"/>
        </a:p>
      </dgm:t>
    </dgm:pt>
    <dgm:pt modelId="{CC85B9D1-62F9-465E-ABA1-563A76A0318C}">
      <dgm:prSet phldrT="[Texte]" phldr="0"/>
      <dgm:spPr/>
      <dgm:t>
        <a:bodyPr/>
        <a:lstStyle/>
        <a:p>
          <a:r>
            <a:rPr lang="fr-FR" dirty="0" err="1"/>
            <a:t>blood_type</a:t>
          </a:r>
          <a:r>
            <a:rPr lang="fr-FR" dirty="0"/>
            <a:t> : string</a:t>
          </a:r>
        </a:p>
      </dgm:t>
    </dgm:pt>
    <dgm:pt modelId="{874471EE-599C-4590-A4EF-1B415F071886}" type="parTrans" cxnId="{ED4BA144-DF12-4CAC-AB3F-C71A248DC042}">
      <dgm:prSet/>
      <dgm:spPr/>
      <dgm:t>
        <a:bodyPr/>
        <a:lstStyle/>
        <a:p>
          <a:endParaRPr lang="fr-FR"/>
        </a:p>
      </dgm:t>
    </dgm:pt>
    <dgm:pt modelId="{5243F363-BF13-4212-A922-361830CD96BF}" type="sibTrans" cxnId="{ED4BA144-DF12-4CAC-AB3F-C71A248DC042}">
      <dgm:prSet/>
      <dgm:spPr/>
      <dgm:t>
        <a:bodyPr/>
        <a:lstStyle/>
        <a:p>
          <a:endParaRPr lang="fr-FR"/>
        </a:p>
      </dgm:t>
    </dgm:pt>
    <dgm:pt modelId="{97C996FC-48D3-41A2-99F8-B796147B91CF}">
      <dgm:prSet phldrT="[Texte]" phldr="0"/>
      <dgm:spPr/>
      <dgm:t>
        <a:bodyPr/>
        <a:lstStyle/>
        <a:p>
          <a:r>
            <a:rPr lang="fr-FR" dirty="0" err="1"/>
            <a:t>medical_condition</a:t>
          </a:r>
          <a:r>
            <a:rPr lang="fr-FR" dirty="0"/>
            <a:t> : string</a:t>
          </a:r>
        </a:p>
      </dgm:t>
    </dgm:pt>
    <dgm:pt modelId="{B2E7B271-5BEA-45F0-9320-10718796EE1D}" type="parTrans" cxnId="{C0E5350A-0200-4D60-999F-300D4963B679}">
      <dgm:prSet/>
      <dgm:spPr/>
      <dgm:t>
        <a:bodyPr/>
        <a:lstStyle/>
        <a:p>
          <a:endParaRPr lang="fr-FR"/>
        </a:p>
      </dgm:t>
    </dgm:pt>
    <dgm:pt modelId="{612C7BD5-773F-44E5-B5E6-720CD1DABDDB}" type="sibTrans" cxnId="{C0E5350A-0200-4D60-999F-300D4963B679}">
      <dgm:prSet/>
      <dgm:spPr/>
      <dgm:t>
        <a:bodyPr/>
        <a:lstStyle/>
        <a:p>
          <a:endParaRPr lang="fr-FR"/>
        </a:p>
      </dgm:t>
    </dgm:pt>
    <dgm:pt modelId="{5B247570-E34F-45B2-BF91-20FBFD75AB6C}">
      <dgm:prSet phldrT="[Texte]" phldr="0"/>
      <dgm:spPr/>
      <dgm:t>
        <a:bodyPr/>
        <a:lstStyle/>
        <a:p>
          <a:r>
            <a:rPr lang="fr-FR" dirty="0" err="1"/>
            <a:t>date_of_admission</a:t>
          </a:r>
          <a:r>
            <a:rPr lang="fr-FR" dirty="0"/>
            <a:t> : date</a:t>
          </a:r>
        </a:p>
      </dgm:t>
    </dgm:pt>
    <dgm:pt modelId="{894D4D08-081E-450C-A736-A95B19B0EEA7}" type="parTrans" cxnId="{B0DA881B-8FBE-4299-A4B0-D70764C66BAA}">
      <dgm:prSet/>
      <dgm:spPr/>
      <dgm:t>
        <a:bodyPr/>
        <a:lstStyle/>
        <a:p>
          <a:endParaRPr lang="fr-FR"/>
        </a:p>
      </dgm:t>
    </dgm:pt>
    <dgm:pt modelId="{358ABBA8-E9E4-4D75-9510-37FF4C7641CE}" type="sibTrans" cxnId="{B0DA881B-8FBE-4299-A4B0-D70764C66BAA}">
      <dgm:prSet/>
      <dgm:spPr/>
      <dgm:t>
        <a:bodyPr/>
        <a:lstStyle/>
        <a:p>
          <a:endParaRPr lang="fr-FR"/>
        </a:p>
      </dgm:t>
    </dgm:pt>
    <dgm:pt modelId="{F691DBB4-42B2-4C1D-B7A6-BD1F2317BC15}">
      <dgm:prSet phldrT="[Texte]" phldr="0"/>
      <dgm:spPr/>
      <dgm:t>
        <a:bodyPr/>
        <a:lstStyle/>
        <a:p>
          <a:r>
            <a:rPr lang="fr-FR" dirty="0" err="1">
              <a:latin typeface="+mn-lt"/>
            </a:rPr>
            <a:t>name</a:t>
          </a:r>
          <a:r>
            <a:rPr lang="fr-FR" dirty="0">
              <a:latin typeface="+mn-lt"/>
            </a:rPr>
            <a:t> : string</a:t>
          </a:r>
        </a:p>
      </dgm:t>
    </dgm:pt>
    <dgm:pt modelId="{345FBB75-E7FE-4033-BECA-EFC964C3CC8C}" type="parTrans" cxnId="{165D57BF-975F-4F90-A903-2CA3D82F7B77}">
      <dgm:prSet/>
      <dgm:spPr/>
      <dgm:t>
        <a:bodyPr/>
        <a:lstStyle/>
        <a:p>
          <a:endParaRPr lang="fr-FR"/>
        </a:p>
      </dgm:t>
    </dgm:pt>
    <dgm:pt modelId="{D0F0D459-B3F3-4831-8CCB-72AE67F675F7}" type="sibTrans" cxnId="{165D57BF-975F-4F90-A903-2CA3D82F7B77}">
      <dgm:prSet/>
      <dgm:spPr/>
      <dgm:t>
        <a:bodyPr/>
        <a:lstStyle/>
        <a:p>
          <a:endParaRPr lang="fr-FR"/>
        </a:p>
      </dgm:t>
    </dgm:pt>
    <dgm:pt modelId="{78D045DA-9CD6-4E97-9CA6-75E01D5C8D8A}">
      <dgm:prSet phldrT="[Texte]" phldr="0"/>
      <dgm:spPr/>
      <dgm:t>
        <a:bodyPr/>
        <a:lstStyle/>
        <a:p>
          <a:r>
            <a:rPr lang="fr-FR" dirty="0" err="1"/>
            <a:t>doctor</a:t>
          </a:r>
          <a:r>
            <a:rPr lang="fr-FR" dirty="0"/>
            <a:t> : string</a:t>
          </a:r>
        </a:p>
      </dgm:t>
    </dgm:pt>
    <dgm:pt modelId="{EA45FDF7-C8C7-4967-B187-6B17A5A4D400}" type="parTrans" cxnId="{F4A94FD1-89BF-42E0-8622-21FE50E3B5F5}">
      <dgm:prSet/>
      <dgm:spPr/>
      <dgm:t>
        <a:bodyPr/>
        <a:lstStyle/>
        <a:p>
          <a:endParaRPr lang="fr-FR"/>
        </a:p>
      </dgm:t>
    </dgm:pt>
    <dgm:pt modelId="{5285A65F-696F-48EF-8A39-E27384F9C177}" type="sibTrans" cxnId="{F4A94FD1-89BF-42E0-8622-21FE50E3B5F5}">
      <dgm:prSet/>
      <dgm:spPr/>
      <dgm:t>
        <a:bodyPr/>
        <a:lstStyle/>
        <a:p>
          <a:endParaRPr lang="fr-FR"/>
        </a:p>
      </dgm:t>
    </dgm:pt>
    <dgm:pt modelId="{23CBB95E-284C-444C-BE1A-0813B54E57E8}">
      <dgm:prSet phldrT="[Texte]" phldr="0"/>
      <dgm:spPr/>
      <dgm:t>
        <a:bodyPr/>
        <a:lstStyle/>
        <a:p>
          <a:r>
            <a:rPr lang="fr-FR" dirty="0" err="1"/>
            <a:t>hospital</a:t>
          </a:r>
          <a:r>
            <a:rPr lang="fr-FR" dirty="0"/>
            <a:t> : string</a:t>
          </a:r>
        </a:p>
      </dgm:t>
    </dgm:pt>
    <dgm:pt modelId="{9FD266F2-E9E3-441C-9C66-006EDF3822F9}" type="parTrans" cxnId="{B8313CDF-1CCE-41A2-9B27-43A556637053}">
      <dgm:prSet/>
      <dgm:spPr/>
      <dgm:t>
        <a:bodyPr/>
        <a:lstStyle/>
        <a:p>
          <a:endParaRPr lang="fr-FR"/>
        </a:p>
      </dgm:t>
    </dgm:pt>
    <dgm:pt modelId="{0F1C5E01-E64B-4A13-B240-954667FE7A2F}" type="sibTrans" cxnId="{B8313CDF-1CCE-41A2-9B27-43A556637053}">
      <dgm:prSet/>
      <dgm:spPr/>
      <dgm:t>
        <a:bodyPr/>
        <a:lstStyle/>
        <a:p>
          <a:endParaRPr lang="fr-FR"/>
        </a:p>
      </dgm:t>
    </dgm:pt>
    <dgm:pt modelId="{E2634FB0-54F1-4711-83A6-3ECD5C1D6067}">
      <dgm:prSet phldrT="[Texte]" phldr="0"/>
      <dgm:spPr/>
      <dgm:t>
        <a:bodyPr/>
        <a:lstStyle/>
        <a:p>
          <a:r>
            <a:rPr lang="fr-FR" dirty="0" err="1"/>
            <a:t>insurance_provider</a:t>
          </a:r>
          <a:r>
            <a:rPr lang="fr-FR" dirty="0"/>
            <a:t> : string</a:t>
          </a:r>
        </a:p>
      </dgm:t>
    </dgm:pt>
    <dgm:pt modelId="{CCD20D74-9AD1-4F3C-B0E3-600A41EC8479}" type="parTrans" cxnId="{6205078E-ECDF-40F2-9C8B-00549CC00C2F}">
      <dgm:prSet/>
      <dgm:spPr/>
      <dgm:t>
        <a:bodyPr/>
        <a:lstStyle/>
        <a:p>
          <a:endParaRPr lang="fr-FR"/>
        </a:p>
      </dgm:t>
    </dgm:pt>
    <dgm:pt modelId="{297CD294-4BA9-401C-98A3-9CC03347D6D2}" type="sibTrans" cxnId="{6205078E-ECDF-40F2-9C8B-00549CC00C2F}">
      <dgm:prSet/>
      <dgm:spPr/>
      <dgm:t>
        <a:bodyPr/>
        <a:lstStyle/>
        <a:p>
          <a:endParaRPr lang="fr-FR"/>
        </a:p>
      </dgm:t>
    </dgm:pt>
    <dgm:pt modelId="{F662C0BD-557E-4FA0-B428-AE8394127D99}">
      <dgm:prSet phldrT="[Texte]" phldr="0"/>
      <dgm:spPr/>
      <dgm:t>
        <a:bodyPr/>
        <a:lstStyle/>
        <a:p>
          <a:r>
            <a:rPr lang="fr-FR" dirty="0" err="1"/>
            <a:t>billing_amount</a:t>
          </a:r>
          <a:r>
            <a:rPr lang="fr-FR" dirty="0"/>
            <a:t> : </a:t>
          </a:r>
          <a:r>
            <a:rPr lang="fr-FR" dirty="0" err="1"/>
            <a:t>float</a:t>
          </a:r>
          <a:endParaRPr lang="fr-FR" dirty="0"/>
        </a:p>
      </dgm:t>
    </dgm:pt>
    <dgm:pt modelId="{4616FB09-C68F-4A2B-BCBA-B07290C40A13}" type="parTrans" cxnId="{E2992AC7-A3AC-48C1-BD3D-9F83D83EB9E9}">
      <dgm:prSet/>
      <dgm:spPr/>
      <dgm:t>
        <a:bodyPr/>
        <a:lstStyle/>
        <a:p>
          <a:endParaRPr lang="fr-FR"/>
        </a:p>
      </dgm:t>
    </dgm:pt>
    <dgm:pt modelId="{26073B69-2C08-4040-9B6A-08D0972251B6}" type="sibTrans" cxnId="{E2992AC7-A3AC-48C1-BD3D-9F83D83EB9E9}">
      <dgm:prSet/>
      <dgm:spPr/>
      <dgm:t>
        <a:bodyPr/>
        <a:lstStyle/>
        <a:p>
          <a:endParaRPr lang="fr-FR"/>
        </a:p>
      </dgm:t>
    </dgm:pt>
    <dgm:pt modelId="{5C6D316D-1256-42AA-B2BE-436E469CE995}">
      <dgm:prSet phldrT="[Texte]" phldr="0"/>
      <dgm:spPr/>
      <dgm:t>
        <a:bodyPr/>
        <a:lstStyle/>
        <a:p>
          <a:r>
            <a:rPr lang="fr-FR" dirty="0" err="1"/>
            <a:t>room_number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531006CE-B9E5-4EA7-A63F-4EB097D730B9}" type="parTrans" cxnId="{88D090BE-616A-439A-B943-58DC2834E6C4}">
      <dgm:prSet/>
      <dgm:spPr/>
      <dgm:t>
        <a:bodyPr/>
        <a:lstStyle/>
        <a:p>
          <a:endParaRPr lang="fr-FR"/>
        </a:p>
      </dgm:t>
    </dgm:pt>
    <dgm:pt modelId="{AA5241EC-1FA8-4D28-89B8-D6DF63CF00A4}" type="sibTrans" cxnId="{88D090BE-616A-439A-B943-58DC2834E6C4}">
      <dgm:prSet/>
      <dgm:spPr/>
      <dgm:t>
        <a:bodyPr/>
        <a:lstStyle/>
        <a:p>
          <a:endParaRPr lang="fr-FR"/>
        </a:p>
      </dgm:t>
    </dgm:pt>
    <dgm:pt modelId="{98712C8F-9D73-4B7B-8D62-61422476A447}">
      <dgm:prSet phldrT="[Texte]" phldr="0"/>
      <dgm:spPr/>
      <dgm:t>
        <a:bodyPr/>
        <a:lstStyle/>
        <a:p>
          <a:r>
            <a:rPr lang="fr-FR" dirty="0" err="1"/>
            <a:t>admission_type</a:t>
          </a:r>
          <a:r>
            <a:rPr lang="fr-FR" dirty="0"/>
            <a:t> : string</a:t>
          </a:r>
        </a:p>
      </dgm:t>
    </dgm:pt>
    <dgm:pt modelId="{618D20E1-173A-417C-897A-DC68A4DEBC4B}" type="parTrans" cxnId="{8C7ADF64-C55B-441B-8EEC-E91BCD77DADD}">
      <dgm:prSet/>
      <dgm:spPr/>
      <dgm:t>
        <a:bodyPr/>
        <a:lstStyle/>
        <a:p>
          <a:endParaRPr lang="fr-FR"/>
        </a:p>
      </dgm:t>
    </dgm:pt>
    <dgm:pt modelId="{01BB5B0E-7439-426A-B2DC-9C7476F7F0A1}" type="sibTrans" cxnId="{8C7ADF64-C55B-441B-8EEC-E91BCD77DADD}">
      <dgm:prSet/>
      <dgm:spPr/>
      <dgm:t>
        <a:bodyPr/>
        <a:lstStyle/>
        <a:p>
          <a:endParaRPr lang="fr-FR"/>
        </a:p>
      </dgm:t>
    </dgm:pt>
    <dgm:pt modelId="{F5EFCE2A-3F09-4D45-BD3F-E4A5163EE2A1}">
      <dgm:prSet phldrT="[Texte]" phldr="0"/>
      <dgm:spPr/>
      <dgm:t>
        <a:bodyPr/>
        <a:lstStyle/>
        <a:p>
          <a:r>
            <a:rPr lang="fr-FR" dirty="0" err="1"/>
            <a:t>discharge_date</a:t>
          </a:r>
          <a:r>
            <a:rPr lang="fr-FR" dirty="0"/>
            <a:t> : date</a:t>
          </a:r>
        </a:p>
      </dgm:t>
    </dgm:pt>
    <dgm:pt modelId="{2B827739-8C45-40DD-9BB3-F14443F8CCD6}" type="parTrans" cxnId="{A0ED58AE-4519-4403-9FFE-881813ECA119}">
      <dgm:prSet/>
      <dgm:spPr/>
      <dgm:t>
        <a:bodyPr/>
        <a:lstStyle/>
        <a:p>
          <a:endParaRPr lang="fr-FR"/>
        </a:p>
      </dgm:t>
    </dgm:pt>
    <dgm:pt modelId="{A7C41CA1-E5E3-4811-A24C-FB8D84E2A647}" type="sibTrans" cxnId="{A0ED58AE-4519-4403-9FFE-881813ECA119}">
      <dgm:prSet/>
      <dgm:spPr/>
      <dgm:t>
        <a:bodyPr/>
        <a:lstStyle/>
        <a:p>
          <a:endParaRPr lang="fr-FR"/>
        </a:p>
      </dgm:t>
    </dgm:pt>
    <dgm:pt modelId="{4531FB21-68C7-41DF-83DA-A990E5AA0F19}">
      <dgm:prSet phldrT="[Texte]" phldr="0"/>
      <dgm:spPr/>
      <dgm:t>
        <a:bodyPr/>
        <a:lstStyle/>
        <a:p>
          <a:r>
            <a:rPr lang="fr-FR" dirty="0" err="1"/>
            <a:t>medication</a:t>
          </a:r>
          <a:r>
            <a:rPr lang="fr-FR" dirty="0"/>
            <a:t> : string</a:t>
          </a:r>
        </a:p>
      </dgm:t>
    </dgm:pt>
    <dgm:pt modelId="{5AF7AF89-64B4-43DB-8534-12A7900EFD3F}" type="parTrans" cxnId="{CDBD49AF-3721-4E83-98B1-AAB61270ED6C}">
      <dgm:prSet/>
      <dgm:spPr/>
      <dgm:t>
        <a:bodyPr/>
        <a:lstStyle/>
        <a:p>
          <a:endParaRPr lang="fr-FR"/>
        </a:p>
      </dgm:t>
    </dgm:pt>
    <dgm:pt modelId="{1A1AE89A-B86F-4942-9EB0-930CB950A114}" type="sibTrans" cxnId="{CDBD49AF-3721-4E83-98B1-AAB61270ED6C}">
      <dgm:prSet/>
      <dgm:spPr/>
      <dgm:t>
        <a:bodyPr/>
        <a:lstStyle/>
        <a:p>
          <a:endParaRPr lang="fr-FR"/>
        </a:p>
      </dgm:t>
    </dgm:pt>
    <dgm:pt modelId="{967B50C8-B4DB-4D86-9E0C-79F4CA87D686}">
      <dgm:prSet phldrT="[Texte]" phldr="0"/>
      <dgm:spPr/>
      <dgm:t>
        <a:bodyPr/>
        <a:lstStyle/>
        <a:p>
          <a:r>
            <a:rPr lang="fr-FR"/>
            <a:t>test_results : string</a:t>
          </a:r>
          <a:endParaRPr lang="fr-FR" dirty="0"/>
        </a:p>
      </dgm:t>
    </dgm:pt>
    <dgm:pt modelId="{2649FEDB-A234-4614-88D8-1EAB6A2E18E5}" type="parTrans" cxnId="{2DC2E86F-BBFD-42E8-BA9C-D78F20FF8936}">
      <dgm:prSet/>
      <dgm:spPr/>
      <dgm:t>
        <a:bodyPr/>
        <a:lstStyle/>
        <a:p>
          <a:endParaRPr lang="fr-FR"/>
        </a:p>
      </dgm:t>
    </dgm:pt>
    <dgm:pt modelId="{63C9B289-57A8-43F7-83EF-9E150B265711}" type="sibTrans" cxnId="{2DC2E86F-BBFD-42E8-BA9C-D78F20FF8936}">
      <dgm:prSet/>
      <dgm:spPr/>
      <dgm:t>
        <a:bodyPr/>
        <a:lstStyle/>
        <a:p>
          <a:endParaRPr lang="fr-FR"/>
        </a:p>
      </dgm:t>
    </dgm:pt>
    <dgm:pt modelId="{6F64172F-B2BB-47DC-A32E-56CBB65B4697}">
      <dgm:prSet phldrT="[Texte]" phldr="0"/>
      <dgm:spPr/>
      <dgm:t>
        <a:bodyPr/>
        <a:lstStyle/>
        <a:p>
          <a:endParaRPr lang="fr-FR" dirty="0"/>
        </a:p>
      </dgm:t>
    </dgm:pt>
    <dgm:pt modelId="{3D462CA7-532E-424A-8802-540F99694A3B}" type="parTrans" cxnId="{9CBDD8C7-7474-4FA3-9CA0-72FD65962F71}">
      <dgm:prSet/>
      <dgm:spPr/>
      <dgm:t>
        <a:bodyPr/>
        <a:lstStyle/>
        <a:p>
          <a:endParaRPr lang="fr-FR"/>
        </a:p>
      </dgm:t>
    </dgm:pt>
    <dgm:pt modelId="{07FF3602-1680-476A-B989-C56C9E03ED6A}" type="sibTrans" cxnId="{9CBDD8C7-7474-4FA3-9CA0-72FD65962F71}">
      <dgm:prSet/>
      <dgm:spPr/>
      <dgm:t>
        <a:bodyPr/>
        <a:lstStyle/>
        <a:p>
          <a:endParaRPr lang="fr-FR"/>
        </a:p>
      </dgm:t>
    </dgm:pt>
    <dgm:pt modelId="{C95B35D6-5E61-4455-A382-1D447090F95D}">
      <dgm:prSet phldrT="[Texte]"/>
      <dgm:spPr/>
      <dgm:t>
        <a:bodyPr/>
        <a:lstStyle/>
        <a:p>
          <a:pPr algn="r"/>
          <a:endParaRPr lang="fr-FR" b="1" dirty="0"/>
        </a:p>
      </dgm:t>
    </dgm:pt>
    <dgm:pt modelId="{4EB6077D-6B53-4306-A2F3-DA92C64F0599}" type="sibTrans" cxnId="{3BB099A9-D0A7-43E3-A96C-D1E580D4E436}">
      <dgm:prSet/>
      <dgm:spPr/>
      <dgm:t>
        <a:bodyPr/>
        <a:lstStyle/>
        <a:p>
          <a:endParaRPr lang="fr-FR"/>
        </a:p>
      </dgm:t>
    </dgm:pt>
    <dgm:pt modelId="{A338AC9A-197E-4054-BAA4-98C2BFD9CF2A}" type="parTrans" cxnId="{3BB099A9-D0A7-43E3-A96C-D1E580D4E436}">
      <dgm:prSet/>
      <dgm:spPr/>
      <dgm:t>
        <a:bodyPr/>
        <a:lstStyle/>
        <a:p>
          <a:endParaRPr lang="fr-FR"/>
        </a:p>
      </dgm:t>
    </dgm:pt>
    <dgm:pt modelId="{925B5DDC-A0F0-4022-8310-33C338A5CA5B}" type="pres">
      <dgm:prSet presAssocID="{F4C71E53-1132-4A23-B92D-C69152871C1A}" presName="layout" presStyleCnt="0">
        <dgm:presLayoutVars>
          <dgm:chMax/>
          <dgm:chPref/>
          <dgm:dir/>
          <dgm:resizeHandles/>
        </dgm:presLayoutVars>
      </dgm:prSet>
      <dgm:spPr/>
    </dgm:pt>
    <dgm:pt modelId="{9740EC0C-5BD4-45B2-8CF8-69B480D305D6}" type="pres">
      <dgm:prSet presAssocID="{C95B35D6-5E61-4455-A382-1D447090F95D}" presName="root" presStyleCnt="0">
        <dgm:presLayoutVars>
          <dgm:chMax/>
          <dgm:chPref/>
        </dgm:presLayoutVars>
      </dgm:prSet>
      <dgm:spPr/>
    </dgm:pt>
    <dgm:pt modelId="{3EEAF5D9-F5DF-4C72-B987-9F7175EA136C}" type="pres">
      <dgm:prSet presAssocID="{C95B35D6-5E61-4455-A382-1D447090F95D}" presName="rootComposite" presStyleCnt="0">
        <dgm:presLayoutVars/>
      </dgm:prSet>
      <dgm:spPr/>
    </dgm:pt>
    <dgm:pt modelId="{73A64955-8560-4A6A-88D8-61E7806B96BF}" type="pres">
      <dgm:prSet presAssocID="{C95B35D6-5E61-4455-A382-1D447090F95D}" presName="ParentAccent" presStyleLbl="alignNode1" presStyleIdx="0" presStyleCnt="2"/>
      <dgm:spPr/>
    </dgm:pt>
    <dgm:pt modelId="{5752538E-9BCE-4F6B-B33C-812F38C9D2BD}" type="pres">
      <dgm:prSet presAssocID="{C95B35D6-5E61-4455-A382-1D447090F95D}" presName="ParentSmallAccent" presStyleLbl="fgAcc1" presStyleIdx="0" presStyleCnt="2"/>
      <dgm:spPr/>
    </dgm:pt>
    <dgm:pt modelId="{63F0DEAE-7209-4149-BF5C-29C05B69D427}" type="pres">
      <dgm:prSet presAssocID="{C95B35D6-5E61-4455-A382-1D447090F95D}" presName="Parent" presStyleLbl="revTx" presStyleIdx="0" presStyleCnt="18">
        <dgm:presLayoutVars>
          <dgm:chMax/>
          <dgm:chPref val="4"/>
          <dgm:bulletEnabled val="1"/>
        </dgm:presLayoutVars>
      </dgm:prSet>
      <dgm:spPr/>
    </dgm:pt>
    <dgm:pt modelId="{43AA092E-2B0F-42A8-ABA6-BF44C7087FC9}" type="pres">
      <dgm:prSet presAssocID="{C95B35D6-5E61-4455-A382-1D447090F95D}" presName="childShape" presStyleCnt="0">
        <dgm:presLayoutVars>
          <dgm:chMax val="0"/>
          <dgm:chPref val="0"/>
        </dgm:presLayoutVars>
      </dgm:prSet>
      <dgm:spPr/>
    </dgm:pt>
    <dgm:pt modelId="{307AD7FB-A321-4E66-8778-358E3F9D97A2}" type="pres">
      <dgm:prSet presAssocID="{812090CC-BA1A-4ADC-B602-644190DD6FE8}" presName="childComposite" presStyleCnt="0">
        <dgm:presLayoutVars>
          <dgm:chMax val="0"/>
          <dgm:chPref val="0"/>
        </dgm:presLayoutVars>
      </dgm:prSet>
      <dgm:spPr/>
    </dgm:pt>
    <dgm:pt modelId="{AA8A889F-93DB-4AEB-AE28-BA8D95FAD937}" type="pres">
      <dgm:prSet presAssocID="{812090CC-BA1A-4ADC-B602-644190DD6FE8}" presName="ChildAccent" presStyleLbl="solidFgAcc1" presStyleIdx="0" presStyleCnt="16"/>
      <dgm:spPr/>
    </dgm:pt>
    <dgm:pt modelId="{91DF395B-6517-4CB4-87F6-71E05066E701}" type="pres">
      <dgm:prSet presAssocID="{812090CC-BA1A-4ADC-B602-644190DD6FE8}" presName="Child" presStyleLbl="revTx" presStyleIdx="1" presStyleCnt="18">
        <dgm:presLayoutVars>
          <dgm:chMax val="0"/>
          <dgm:chPref val="0"/>
          <dgm:bulletEnabled val="1"/>
        </dgm:presLayoutVars>
      </dgm:prSet>
      <dgm:spPr/>
    </dgm:pt>
    <dgm:pt modelId="{30208BEB-B1A3-4D0B-BCF7-02542DAEAA50}" type="pres">
      <dgm:prSet presAssocID="{F691DBB4-42B2-4C1D-B7A6-BD1F2317BC15}" presName="childComposite" presStyleCnt="0">
        <dgm:presLayoutVars>
          <dgm:chMax val="0"/>
          <dgm:chPref val="0"/>
        </dgm:presLayoutVars>
      </dgm:prSet>
      <dgm:spPr/>
    </dgm:pt>
    <dgm:pt modelId="{A88E1F57-C6C7-4863-9E31-3F09CA6B9236}" type="pres">
      <dgm:prSet presAssocID="{F691DBB4-42B2-4C1D-B7A6-BD1F2317BC15}" presName="ChildAccent" presStyleLbl="solidFgAcc1" presStyleIdx="1" presStyleCnt="16"/>
      <dgm:spPr>
        <a:solidFill>
          <a:srgbClr val="00B050"/>
        </a:solidFill>
      </dgm:spPr>
    </dgm:pt>
    <dgm:pt modelId="{8CAD3227-C886-4C7F-822D-50DDBC325347}" type="pres">
      <dgm:prSet presAssocID="{F691DBB4-42B2-4C1D-B7A6-BD1F2317BC15}" presName="Child" presStyleLbl="revTx" presStyleIdx="2" presStyleCnt="18">
        <dgm:presLayoutVars>
          <dgm:chMax val="0"/>
          <dgm:chPref val="0"/>
          <dgm:bulletEnabled val="1"/>
        </dgm:presLayoutVars>
      </dgm:prSet>
      <dgm:spPr/>
    </dgm:pt>
    <dgm:pt modelId="{6A573FCB-5C87-45DC-9E85-19CDF44B14B4}" type="pres">
      <dgm:prSet presAssocID="{2ECFCE3F-23A6-4118-96FE-794E76FAAEAC}" presName="childComposite" presStyleCnt="0">
        <dgm:presLayoutVars>
          <dgm:chMax val="0"/>
          <dgm:chPref val="0"/>
        </dgm:presLayoutVars>
      </dgm:prSet>
      <dgm:spPr/>
    </dgm:pt>
    <dgm:pt modelId="{D016711E-4A5E-4444-B69D-7D83A921ECC9}" type="pres">
      <dgm:prSet presAssocID="{2ECFCE3F-23A6-4118-96FE-794E76FAAEAC}" presName="ChildAccent" presStyleLbl="solidFgAcc1" presStyleIdx="2" presStyleCnt="16"/>
      <dgm:spPr/>
    </dgm:pt>
    <dgm:pt modelId="{5BB98F7E-DE04-43C1-AC7E-9BB292EC59CB}" type="pres">
      <dgm:prSet presAssocID="{2ECFCE3F-23A6-4118-96FE-794E76FAAEAC}" presName="Child" presStyleLbl="revTx" presStyleIdx="3" presStyleCnt="18">
        <dgm:presLayoutVars>
          <dgm:chMax val="0"/>
          <dgm:chPref val="0"/>
          <dgm:bulletEnabled val="1"/>
        </dgm:presLayoutVars>
      </dgm:prSet>
      <dgm:spPr/>
    </dgm:pt>
    <dgm:pt modelId="{03B49AA5-F0FE-4983-8752-4A6D863E6D48}" type="pres">
      <dgm:prSet presAssocID="{0CD8E267-D4B2-4A4C-987F-B10C25D06084}" presName="childComposite" presStyleCnt="0">
        <dgm:presLayoutVars>
          <dgm:chMax val="0"/>
          <dgm:chPref val="0"/>
        </dgm:presLayoutVars>
      </dgm:prSet>
      <dgm:spPr/>
    </dgm:pt>
    <dgm:pt modelId="{920C68EB-7F16-41F4-BE58-41B1D8FC671E}" type="pres">
      <dgm:prSet presAssocID="{0CD8E267-D4B2-4A4C-987F-B10C25D06084}" presName="ChildAccent" presStyleLbl="solidFgAcc1" presStyleIdx="3" presStyleCnt="16"/>
      <dgm:spPr/>
    </dgm:pt>
    <dgm:pt modelId="{40723231-9225-4B96-B5A7-C665D0AD2182}" type="pres">
      <dgm:prSet presAssocID="{0CD8E267-D4B2-4A4C-987F-B10C25D06084}" presName="Child" presStyleLbl="revTx" presStyleIdx="4" presStyleCnt="18">
        <dgm:presLayoutVars>
          <dgm:chMax val="0"/>
          <dgm:chPref val="0"/>
          <dgm:bulletEnabled val="1"/>
        </dgm:presLayoutVars>
      </dgm:prSet>
      <dgm:spPr/>
    </dgm:pt>
    <dgm:pt modelId="{862A291F-7E77-4B2B-983F-CF0E0A2DEB04}" type="pres">
      <dgm:prSet presAssocID="{CC85B9D1-62F9-465E-ABA1-563A76A0318C}" presName="childComposite" presStyleCnt="0">
        <dgm:presLayoutVars>
          <dgm:chMax val="0"/>
          <dgm:chPref val="0"/>
        </dgm:presLayoutVars>
      </dgm:prSet>
      <dgm:spPr/>
    </dgm:pt>
    <dgm:pt modelId="{786DD8C2-FC7A-442B-995E-41FCE33CDA28}" type="pres">
      <dgm:prSet presAssocID="{CC85B9D1-62F9-465E-ABA1-563A76A0318C}" presName="ChildAccent" presStyleLbl="solidFgAcc1" presStyleIdx="4" presStyleCnt="16"/>
      <dgm:spPr/>
    </dgm:pt>
    <dgm:pt modelId="{47C5F3C8-F1CB-4532-ACC1-57EDA20A791C}" type="pres">
      <dgm:prSet presAssocID="{CC85B9D1-62F9-465E-ABA1-563A76A0318C}" presName="Child" presStyleLbl="revTx" presStyleIdx="5" presStyleCnt="18">
        <dgm:presLayoutVars>
          <dgm:chMax val="0"/>
          <dgm:chPref val="0"/>
          <dgm:bulletEnabled val="1"/>
        </dgm:presLayoutVars>
      </dgm:prSet>
      <dgm:spPr/>
    </dgm:pt>
    <dgm:pt modelId="{D81500E4-4016-49E0-99D0-708F53B32F2A}" type="pres">
      <dgm:prSet presAssocID="{97C996FC-48D3-41A2-99F8-B796147B91CF}" presName="childComposite" presStyleCnt="0">
        <dgm:presLayoutVars>
          <dgm:chMax val="0"/>
          <dgm:chPref val="0"/>
        </dgm:presLayoutVars>
      </dgm:prSet>
      <dgm:spPr/>
    </dgm:pt>
    <dgm:pt modelId="{BE1AF460-C5CC-4A93-8880-F7867F9445D1}" type="pres">
      <dgm:prSet presAssocID="{97C996FC-48D3-41A2-99F8-B796147B91CF}" presName="ChildAccent" presStyleLbl="solidFgAcc1" presStyleIdx="5" presStyleCnt="16"/>
      <dgm:spPr>
        <a:solidFill>
          <a:srgbClr val="00B050"/>
        </a:solidFill>
      </dgm:spPr>
    </dgm:pt>
    <dgm:pt modelId="{83962F2A-8487-4157-BEB9-931A558A34C9}" type="pres">
      <dgm:prSet presAssocID="{97C996FC-48D3-41A2-99F8-B796147B91CF}" presName="Child" presStyleLbl="revTx" presStyleIdx="6" presStyleCnt="18">
        <dgm:presLayoutVars>
          <dgm:chMax val="0"/>
          <dgm:chPref val="0"/>
          <dgm:bulletEnabled val="1"/>
        </dgm:presLayoutVars>
      </dgm:prSet>
      <dgm:spPr/>
    </dgm:pt>
    <dgm:pt modelId="{FC0FB1A0-D12A-4ACF-8286-2308DFB0F419}" type="pres">
      <dgm:prSet presAssocID="{5B247570-E34F-45B2-BF91-20FBFD75AB6C}" presName="childComposite" presStyleCnt="0">
        <dgm:presLayoutVars>
          <dgm:chMax val="0"/>
          <dgm:chPref val="0"/>
        </dgm:presLayoutVars>
      </dgm:prSet>
      <dgm:spPr/>
    </dgm:pt>
    <dgm:pt modelId="{F3503FAF-19D5-4B41-B88F-952891152882}" type="pres">
      <dgm:prSet presAssocID="{5B247570-E34F-45B2-BF91-20FBFD75AB6C}" presName="ChildAccent" presStyleLbl="solidFgAcc1" presStyleIdx="6" presStyleCnt="16"/>
      <dgm:spPr>
        <a:solidFill>
          <a:srgbClr val="00B050"/>
        </a:solidFill>
      </dgm:spPr>
    </dgm:pt>
    <dgm:pt modelId="{2ACDA940-9644-43A5-AC47-9EB1EC1C1BD4}" type="pres">
      <dgm:prSet presAssocID="{5B247570-E34F-45B2-BF91-20FBFD75AB6C}" presName="Child" presStyleLbl="revTx" presStyleIdx="7" presStyleCnt="18">
        <dgm:presLayoutVars>
          <dgm:chMax val="0"/>
          <dgm:chPref val="0"/>
          <dgm:bulletEnabled val="1"/>
        </dgm:presLayoutVars>
      </dgm:prSet>
      <dgm:spPr/>
    </dgm:pt>
    <dgm:pt modelId="{6FFAC09A-C7B7-46A0-AD97-C959FE6BDA92}" type="pres">
      <dgm:prSet presAssocID="{78D045DA-9CD6-4E97-9CA6-75E01D5C8D8A}" presName="childComposite" presStyleCnt="0">
        <dgm:presLayoutVars>
          <dgm:chMax val="0"/>
          <dgm:chPref val="0"/>
        </dgm:presLayoutVars>
      </dgm:prSet>
      <dgm:spPr/>
    </dgm:pt>
    <dgm:pt modelId="{34AD4136-B591-42B8-9C30-3D077D5A2899}" type="pres">
      <dgm:prSet presAssocID="{78D045DA-9CD6-4E97-9CA6-75E01D5C8D8A}" presName="ChildAccent" presStyleLbl="solidFgAcc1" presStyleIdx="7" presStyleCnt="16"/>
      <dgm:spPr/>
    </dgm:pt>
    <dgm:pt modelId="{EA33BAEF-1B79-4BF1-AFCA-BD58E92C5927}" type="pres">
      <dgm:prSet presAssocID="{78D045DA-9CD6-4E97-9CA6-75E01D5C8D8A}" presName="Child" presStyleLbl="revTx" presStyleIdx="8" presStyleCnt="18">
        <dgm:presLayoutVars>
          <dgm:chMax val="0"/>
          <dgm:chPref val="0"/>
          <dgm:bulletEnabled val="1"/>
        </dgm:presLayoutVars>
      </dgm:prSet>
      <dgm:spPr/>
    </dgm:pt>
    <dgm:pt modelId="{A432DEC4-2426-4067-9786-41D29A6A6E3D}" type="pres">
      <dgm:prSet presAssocID="{6F64172F-B2BB-47DC-A32E-56CBB65B4697}" presName="root" presStyleCnt="0">
        <dgm:presLayoutVars>
          <dgm:chMax/>
          <dgm:chPref/>
        </dgm:presLayoutVars>
      </dgm:prSet>
      <dgm:spPr/>
    </dgm:pt>
    <dgm:pt modelId="{DA47842D-66D2-459B-BB0F-8665CB0749D3}" type="pres">
      <dgm:prSet presAssocID="{6F64172F-B2BB-47DC-A32E-56CBB65B4697}" presName="rootComposite" presStyleCnt="0">
        <dgm:presLayoutVars/>
      </dgm:prSet>
      <dgm:spPr/>
    </dgm:pt>
    <dgm:pt modelId="{A3E2CD6F-2BAB-4787-8088-810A41D93261}" type="pres">
      <dgm:prSet presAssocID="{6F64172F-B2BB-47DC-A32E-56CBB65B4697}" presName="ParentAccent" presStyleLbl="alignNode1" presStyleIdx="1" presStyleCnt="2" custLinFactNeighborX="-4941"/>
      <dgm:spPr/>
    </dgm:pt>
    <dgm:pt modelId="{15D51D74-761E-49F2-AAA2-6B4B6138CB79}" type="pres">
      <dgm:prSet presAssocID="{6F64172F-B2BB-47DC-A32E-56CBB65B4697}" presName="ParentSmallAccent" presStyleLbl="fgAcc1" presStyleIdx="1" presStyleCnt="2"/>
      <dgm:spPr/>
    </dgm:pt>
    <dgm:pt modelId="{0E7362CD-EFDC-4225-AA47-59DF24280B74}" type="pres">
      <dgm:prSet presAssocID="{6F64172F-B2BB-47DC-A32E-56CBB65B4697}" presName="Parent" presStyleLbl="revTx" presStyleIdx="9" presStyleCnt="18">
        <dgm:presLayoutVars>
          <dgm:chMax/>
          <dgm:chPref val="4"/>
          <dgm:bulletEnabled val="1"/>
        </dgm:presLayoutVars>
      </dgm:prSet>
      <dgm:spPr/>
    </dgm:pt>
    <dgm:pt modelId="{19AEBD6A-76B3-40CB-A8BC-47A5D4F3BC78}" type="pres">
      <dgm:prSet presAssocID="{6F64172F-B2BB-47DC-A32E-56CBB65B4697}" presName="childShape" presStyleCnt="0">
        <dgm:presLayoutVars>
          <dgm:chMax val="0"/>
          <dgm:chPref val="0"/>
        </dgm:presLayoutVars>
      </dgm:prSet>
      <dgm:spPr/>
    </dgm:pt>
    <dgm:pt modelId="{B7AEB66A-5FEA-4C34-8D8F-FD50E61EC82A}" type="pres">
      <dgm:prSet presAssocID="{23CBB95E-284C-444C-BE1A-0813B54E57E8}" presName="childComposite" presStyleCnt="0">
        <dgm:presLayoutVars>
          <dgm:chMax val="0"/>
          <dgm:chPref val="0"/>
        </dgm:presLayoutVars>
      </dgm:prSet>
      <dgm:spPr/>
    </dgm:pt>
    <dgm:pt modelId="{50864C3F-D9E4-4144-A74D-E04880E2E68A}" type="pres">
      <dgm:prSet presAssocID="{23CBB95E-284C-444C-BE1A-0813B54E57E8}" presName="ChildAccent" presStyleLbl="solidFgAcc1" presStyleIdx="8" presStyleCnt="16"/>
      <dgm:spPr>
        <a:solidFill>
          <a:srgbClr val="00B050"/>
        </a:solidFill>
      </dgm:spPr>
    </dgm:pt>
    <dgm:pt modelId="{ED7E435C-18C4-419C-9C71-08DE90FAD941}" type="pres">
      <dgm:prSet presAssocID="{23CBB95E-284C-444C-BE1A-0813B54E57E8}" presName="Child" presStyleLbl="revTx" presStyleIdx="10" presStyleCnt="18">
        <dgm:presLayoutVars>
          <dgm:chMax val="0"/>
          <dgm:chPref val="0"/>
          <dgm:bulletEnabled val="1"/>
        </dgm:presLayoutVars>
      </dgm:prSet>
      <dgm:spPr/>
    </dgm:pt>
    <dgm:pt modelId="{8B79B07C-A9AD-4FAC-9441-C33B1E6A9C2F}" type="pres">
      <dgm:prSet presAssocID="{E2634FB0-54F1-4711-83A6-3ECD5C1D6067}" presName="childComposite" presStyleCnt="0">
        <dgm:presLayoutVars>
          <dgm:chMax val="0"/>
          <dgm:chPref val="0"/>
        </dgm:presLayoutVars>
      </dgm:prSet>
      <dgm:spPr/>
    </dgm:pt>
    <dgm:pt modelId="{2AC9EE26-FC5D-49AA-BF24-51036CAC6CA3}" type="pres">
      <dgm:prSet presAssocID="{E2634FB0-54F1-4711-83A6-3ECD5C1D6067}" presName="ChildAccent" presStyleLbl="solidFgAcc1" presStyleIdx="9" presStyleCnt="16"/>
      <dgm:spPr/>
    </dgm:pt>
    <dgm:pt modelId="{FB300159-3E19-4262-9EF1-609234F4D024}" type="pres">
      <dgm:prSet presAssocID="{E2634FB0-54F1-4711-83A6-3ECD5C1D6067}" presName="Child" presStyleLbl="revTx" presStyleIdx="11" presStyleCnt="18">
        <dgm:presLayoutVars>
          <dgm:chMax val="0"/>
          <dgm:chPref val="0"/>
          <dgm:bulletEnabled val="1"/>
        </dgm:presLayoutVars>
      </dgm:prSet>
      <dgm:spPr/>
    </dgm:pt>
    <dgm:pt modelId="{71155A4E-705B-4EEA-A4CB-4AFEE89A0D65}" type="pres">
      <dgm:prSet presAssocID="{F662C0BD-557E-4FA0-B428-AE8394127D99}" presName="childComposite" presStyleCnt="0">
        <dgm:presLayoutVars>
          <dgm:chMax val="0"/>
          <dgm:chPref val="0"/>
        </dgm:presLayoutVars>
      </dgm:prSet>
      <dgm:spPr/>
    </dgm:pt>
    <dgm:pt modelId="{9F97F498-EB19-43F6-9376-3FB9C015ED56}" type="pres">
      <dgm:prSet presAssocID="{F662C0BD-557E-4FA0-B428-AE8394127D99}" presName="ChildAccent" presStyleLbl="solidFgAcc1" presStyleIdx="10" presStyleCnt="16"/>
      <dgm:spPr/>
    </dgm:pt>
    <dgm:pt modelId="{18F3E672-460A-4745-BA82-0EC46CEF38BD}" type="pres">
      <dgm:prSet presAssocID="{F662C0BD-557E-4FA0-B428-AE8394127D99}" presName="Child" presStyleLbl="revTx" presStyleIdx="12" presStyleCnt="18">
        <dgm:presLayoutVars>
          <dgm:chMax val="0"/>
          <dgm:chPref val="0"/>
          <dgm:bulletEnabled val="1"/>
        </dgm:presLayoutVars>
      </dgm:prSet>
      <dgm:spPr/>
    </dgm:pt>
    <dgm:pt modelId="{12973753-00ED-45B0-9EA0-0627D2AF7468}" type="pres">
      <dgm:prSet presAssocID="{5C6D316D-1256-42AA-B2BE-436E469CE995}" presName="childComposite" presStyleCnt="0">
        <dgm:presLayoutVars>
          <dgm:chMax val="0"/>
          <dgm:chPref val="0"/>
        </dgm:presLayoutVars>
      </dgm:prSet>
      <dgm:spPr/>
    </dgm:pt>
    <dgm:pt modelId="{CE539415-4E47-4D2C-A7FC-594542A9B702}" type="pres">
      <dgm:prSet presAssocID="{5C6D316D-1256-42AA-B2BE-436E469CE995}" presName="ChildAccent" presStyleLbl="solidFgAcc1" presStyleIdx="11" presStyleCnt="16"/>
      <dgm:spPr/>
    </dgm:pt>
    <dgm:pt modelId="{C9A5B6F6-D69E-4B0E-BD5F-96E9B47BBDE4}" type="pres">
      <dgm:prSet presAssocID="{5C6D316D-1256-42AA-B2BE-436E469CE995}" presName="Child" presStyleLbl="revTx" presStyleIdx="13" presStyleCnt="18">
        <dgm:presLayoutVars>
          <dgm:chMax val="0"/>
          <dgm:chPref val="0"/>
          <dgm:bulletEnabled val="1"/>
        </dgm:presLayoutVars>
      </dgm:prSet>
      <dgm:spPr/>
    </dgm:pt>
    <dgm:pt modelId="{AA6637FC-8014-4283-8428-D5D12F519B48}" type="pres">
      <dgm:prSet presAssocID="{98712C8F-9D73-4B7B-8D62-61422476A447}" presName="childComposite" presStyleCnt="0">
        <dgm:presLayoutVars>
          <dgm:chMax val="0"/>
          <dgm:chPref val="0"/>
        </dgm:presLayoutVars>
      </dgm:prSet>
      <dgm:spPr/>
    </dgm:pt>
    <dgm:pt modelId="{80B31469-8358-471A-B9D1-F5381ECA2D32}" type="pres">
      <dgm:prSet presAssocID="{98712C8F-9D73-4B7B-8D62-61422476A447}" presName="ChildAccent" presStyleLbl="solidFgAcc1" presStyleIdx="12" presStyleCnt="16"/>
      <dgm:spPr/>
    </dgm:pt>
    <dgm:pt modelId="{E57751F2-1347-41BB-8F60-9AD6C36AC4DB}" type="pres">
      <dgm:prSet presAssocID="{98712C8F-9D73-4B7B-8D62-61422476A447}" presName="Child" presStyleLbl="revTx" presStyleIdx="14" presStyleCnt="18">
        <dgm:presLayoutVars>
          <dgm:chMax val="0"/>
          <dgm:chPref val="0"/>
          <dgm:bulletEnabled val="1"/>
        </dgm:presLayoutVars>
      </dgm:prSet>
      <dgm:spPr/>
    </dgm:pt>
    <dgm:pt modelId="{1F11B0CF-A668-4F71-9EBF-D1BE9CDFF304}" type="pres">
      <dgm:prSet presAssocID="{F5EFCE2A-3F09-4D45-BD3F-E4A5163EE2A1}" presName="childComposite" presStyleCnt="0">
        <dgm:presLayoutVars>
          <dgm:chMax val="0"/>
          <dgm:chPref val="0"/>
        </dgm:presLayoutVars>
      </dgm:prSet>
      <dgm:spPr/>
    </dgm:pt>
    <dgm:pt modelId="{55398E44-2551-4436-A432-19186F8621BE}" type="pres">
      <dgm:prSet presAssocID="{F5EFCE2A-3F09-4D45-BD3F-E4A5163EE2A1}" presName="ChildAccent" presStyleLbl="solidFgAcc1" presStyleIdx="13" presStyleCnt="16"/>
      <dgm:spPr>
        <a:solidFill>
          <a:srgbClr val="00B050"/>
        </a:solidFill>
      </dgm:spPr>
    </dgm:pt>
    <dgm:pt modelId="{05DA767D-2C77-4AC1-B7E1-6BEEE0D3D40A}" type="pres">
      <dgm:prSet presAssocID="{F5EFCE2A-3F09-4D45-BD3F-E4A5163EE2A1}" presName="Child" presStyleLbl="revTx" presStyleIdx="15" presStyleCnt="18">
        <dgm:presLayoutVars>
          <dgm:chMax val="0"/>
          <dgm:chPref val="0"/>
          <dgm:bulletEnabled val="1"/>
        </dgm:presLayoutVars>
      </dgm:prSet>
      <dgm:spPr/>
    </dgm:pt>
    <dgm:pt modelId="{84B18594-5B03-4F87-9D96-24E1E0B829C7}" type="pres">
      <dgm:prSet presAssocID="{4531FB21-68C7-41DF-83DA-A990E5AA0F19}" presName="childComposite" presStyleCnt="0">
        <dgm:presLayoutVars>
          <dgm:chMax val="0"/>
          <dgm:chPref val="0"/>
        </dgm:presLayoutVars>
      </dgm:prSet>
      <dgm:spPr/>
    </dgm:pt>
    <dgm:pt modelId="{5CC1FED9-4EB0-4B58-A4CF-A6B68F751034}" type="pres">
      <dgm:prSet presAssocID="{4531FB21-68C7-41DF-83DA-A990E5AA0F19}" presName="ChildAccent" presStyleLbl="solidFgAcc1" presStyleIdx="14" presStyleCnt="16"/>
      <dgm:spPr/>
    </dgm:pt>
    <dgm:pt modelId="{139B57B2-CBE4-4E5B-87DB-FD640B2367D5}" type="pres">
      <dgm:prSet presAssocID="{4531FB21-68C7-41DF-83DA-A990E5AA0F19}" presName="Child" presStyleLbl="revTx" presStyleIdx="16" presStyleCnt="18">
        <dgm:presLayoutVars>
          <dgm:chMax val="0"/>
          <dgm:chPref val="0"/>
          <dgm:bulletEnabled val="1"/>
        </dgm:presLayoutVars>
      </dgm:prSet>
      <dgm:spPr/>
    </dgm:pt>
    <dgm:pt modelId="{703976E9-AB00-45DC-AE43-94A7E2E43840}" type="pres">
      <dgm:prSet presAssocID="{967B50C8-B4DB-4D86-9E0C-79F4CA87D686}" presName="childComposite" presStyleCnt="0">
        <dgm:presLayoutVars>
          <dgm:chMax val="0"/>
          <dgm:chPref val="0"/>
        </dgm:presLayoutVars>
      </dgm:prSet>
      <dgm:spPr/>
    </dgm:pt>
    <dgm:pt modelId="{3EB5FEC8-6D91-4512-B66D-99D6556175C1}" type="pres">
      <dgm:prSet presAssocID="{967B50C8-B4DB-4D86-9E0C-79F4CA87D686}" presName="ChildAccent" presStyleLbl="solidFgAcc1" presStyleIdx="15" presStyleCnt="16"/>
      <dgm:spPr/>
    </dgm:pt>
    <dgm:pt modelId="{B78DCA06-4C5C-4079-8897-FC7F5BC43585}" type="pres">
      <dgm:prSet presAssocID="{967B50C8-B4DB-4D86-9E0C-79F4CA87D686}" presName="Child" presStyleLbl="revTx" presStyleIdx="17" presStyleCnt="18">
        <dgm:presLayoutVars>
          <dgm:chMax val="0"/>
          <dgm:chPref val="0"/>
          <dgm:bulletEnabled val="1"/>
        </dgm:presLayoutVars>
      </dgm:prSet>
      <dgm:spPr/>
    </dgm:pt>
  </dgm:ptLst>
  <dgm:cxnLst>
    <dgm:cxn modelId="{FD33D107-2E03-4CA0-95AC-3C76465B7EAF}" srcId="{C95B35D6-5E61-4455-A382-1D447090F95D}" destId="{812090CC-BA1A-4ADC-B602-644190DD6FE8}" srcOrd="0" destOrd="0" parTransId="{32A23D18-AAA7-4757-A24E-9085B2D3CD84}" sibTransId="{69843D96-090D-40FE-8BC0-2E917755BEF0}"/>
    <dgm:cxn modelId="{C0E5350A-0200-4D60-999F-300D4963B679}" srcId="{C95B35D6-5E61-4455-A382-1D447090F95D}" destId="{97C996FC-48D3-41A2-99F8-B796147B91CF}" srcOrd="5" destOrd="0" parTransId="{B2E7B271-5BEA-45F0-9320-10718796EE1D}" sibTransId="{612C7BD5-773F-44E5-B5E6-720CD1DABDDB}"/>
    <dgm:cxn modelId="{B9AEB70C-2D83-4174-AFC9-A06AD5855F0D}" type="presOf" srcId="{F691DBB4-42B2-4C1D-B7A6-BD1F2317BC15}" destId="{8CAD3227-C886-4C7F-822D-50DDBC325347}" srcOrd="0" destOrd="0" presId="urn:microsoft.com/office/officeart/2008/layout/SquareAccentList"/>
    <dgm:cxn modelId="{A896C017-0CDF-4F95-846D-81F86866712F}" type="presOf" srcId="{78D045DA-9CD6-4E97-9CA6-75E01D5C8D8A}" destId="{EA33BAEF-1B79-4BF1-AFCA-BD58E92C5927}" srcOrd="0" destOrd="0" presId="urn:microsoft.com/office/officeart/2008/layout/SquareAccentList"/>
    <dgm:cxn modelId="{B0DA881B-8FBE-4299-A4B0-D70764C66BAA}" srcId="{C95B35D6-5E61-4455-A382-1D447090F95D}" destId="{5B247570-E34F-45B2-BF91-20FBFD75AB6C}" srcOrd="6" destOrd="0" parTransId="{894D4D08-081E-450C-A736-A95B19B0EEA7}" sibTransId="{358ABBA8-E9E4-4D75-9510-37FF4C7641CE}"/>
    <dgm:cxn modelId="{70C1EE27-851F-4736-8E56-2096968F2FA8}" type="presOf" srcId="{967B50C8-B4DB-4D86-9E0C-79F4CA87D686}" destId="{B78DCA06-4C5C-4079-8897-FC7F5BC43585}" srcOrd="0" destOrd="0" presId="urn:microsoft.com/office/officeart/2008/layout/SquareAccentList"/>
    <dgm:cxn modelId="{9EACD930-BB0B-4026-AD47-69CD64C10ACA}" type="presOf" srcId="{F662C0BD-557E-4FA0-B428-AE8394127D99}" destId="{18F3E672-460A-4745-BA82-0EC46CEF38BD}" srcOrd="0" destOrd="0" presId="urn:microsoft.com/office/officeart/2008/layout/SquareAccentList"/>
    <dgm:cxn modelId="{086AF031-493D-4943-8C20-300D193ECC0E}" type="presOf" srcId="{812090CC-BA1A-4ADC-B602-644190DD6FE8}" destId="{91DF395B-6517-4CB4-87F6-71E05066E701}" srcOrd="0" destOrd="0" presId="urn:microsoft.com/office/officeart/2008/layout/SquareAccentList"/>
    <dgm:cxn modelId="{592E313A-19AF-4842-9D9E-6D62CA042690}" type="presOf" srcId="{2ECFCE3F-23A6-4118-96FE-794E76FAAEAC}" destId="{5BB98F7E-DE04-43C1-AC7E-9BB292EC59CB}" srcOrd="0" destOrd="0" presId="urn:microsoft.com/office/officeart/2008/layout/SquareAccentList"/>
    <dgm:cxn modelId="{FFC39B5F-C236-4F7F-95AD-FE2574F40599}" type="presOf" srcId="{F5EFCE2A-3F09-4D45-BD3F-E4A5163EE2A1}" destId="{05DA767D-2C77-4AC1-B7E1-6BEEE0D3D40A}" srcOrd="0" destOrd="0" presId="urn:microsoft.com/office/officeart/2008/layout/SquareAccentList"/>
    <dgm:cxn modelId="{ED4BA144-DF12-4CAC-AB3F-C71A248DC042}" srcId="{C95B35D6-5E61-4455-A382-1D447090F95D}" destId="{CC85B9D1-62F9-465E-ABA1-563A76A0318C}" srcOrd="4" destOrd="0" parTransId="{874471EE-599C-4590-A4EF-1B415F071886}" sibTransId="{5243F363-BF13-4212-A922-361830CD96BF}"/>
    <dgm:cxn modelId="{8C7ADF64-C55B-441B-8EEC-E91BCD77DADD}" srcId="{6F64172F-B2BB-47DC-A32E-56CBB65B4697}" destId="{98712C8F-9D73-4B7B-8D62-61422476A447}" srcOrd="4" destOrd="0" parTransId="{618D20E1-173A-417C-897A-DC68A4DEBC4B}" sibTransId="{01BB5B0E-7439-426A-B2DC-9C7476F7F0A1}"/>
    <dgm:cxn modelId="{2DC2E86F-BBFD-42E8-BA9C-D78F20FF8936}" srcId="{6F64172F-B2BB-47DC-A32E-56CBB65B4697}" destId="{967B50C8-B4DB-4D86-9E0C-79F4CA87D686}" srcOrd="7" destOrd="0" parTransId="{2649FEDB-A234-4614-88D8-1EAB6A2E18E5}" sibTransId="{63C9B289-57A8-43F7-83EF-9E150B265711}"/>
    <dgm:cxn modelId="{3C1DE750-7CF0-45AB-8BE3-B613B4D5DF2F}" type="presOf" srcId="{6F64172F-B2BB-47DC-A32E-56CBB65B4697}" destId="{0E7362CD-EFDC-4225-AA47-59DF24280B74}" srcOrd="0" destOrd="0" presId="urn:microsoft.com/office/officeart/2008/layout/SquareAccentList"/>
    <dgm:cxn modelId="{B5B3B872-370C-41D5-92EC-8C09D3549760}" type="presOf" srcId="{E2634FB0-54F1-4711-83A6-3ECD5C1D6067}" destId="{FB300159-3E19-4262-9EF1-609234F4D024}" srcOrd="0" destOrd="0" presId="urn:microsoft.com/office/officeart/2008/layout/SquareAccentList"/>
    <dgm:cxn modelId="{7F9B3F76-8FE3-4E19-9AC6-72E02C6EABA0}" type="presOf" srcId="{5C6D316D-1256-42AA-B2BE-436E469CE995}" destId="{C9A5B6F6-D69E-4B0E-BD5F-96E9B47BBDE4}" srcOrd="0" destOrd="0" presId="urn:microsoft.com/office/officeart/2008/layout/SquareAccentList"/>
    <dgm:cxn modelId="{962A5359-36DB-43AB-9EFC-D7300E7AE572}" type="presOf" srcId="{5B247570-E34F-45B2-BF91-20FBFD75AB6C}" destId="{2ACDA940-9644-43A5-AC47-9EB1EC1C1BD4}" srcOrd="0" destOrd="0" presId="urn:microsoft.com/office/officeart/2008/layout/SquareAccentList"/>
    <dgm:cxn modelId="{9670E589-8145-46D8-B35C-A0E71FCD7E4D}" type="presOf" srcId="{CC85B9D1-62F9-465E-ABA1-563A76A0318C}" destId="{47C5F3C8-F1CB-4532-ACC1-57EDA20A791C}" srcOrd="0" destOrd="0" presId="urn:microsoft.com/office/officeart/2008/layout/SquareAccentList"/>
    <dgm:cxn modelId="{6205078E-ECDF-40F2-9C8B-00549CC00C2F}" srcId="{6F64172F-B2BB-47DC-A32E-56CBB65B4697}" destId="{E2634FB0-54F1-4711-83A6-3ECD5C1D6067}" srcOrd="1" destOrd="0" parTransId="{CCD20D74-9AD1-4F3C-B0E3-600A41EC8479}" sibTransId="{297CD294-4BA9-401C-98A3-9CC03347D6D2}"/>
    <dgm:cxn modelId="{F5879693-E817-42AC-89EF-C83A9A75BD51}" srcId="{C95B35D6-5E61-4455-A382-1D447090F95D}" destId="{2ECFCE3F-23A6-4118-96FE-794E76FAAEAC}" srcOrd="2" destOrd="0" parTransId="{31EC6B1F-EA65-4BF8-B3EA-3F3E6BAC7CFE}" sibTransId="{C8691A4A-7C39-45EB-B7E2-E0AF8EFF01C0}"/>
    <dgm:cxn modelId="{3BB099A9-D0A7-43E3-A96C-D1E580D4E436}" srcId="{F4C71E53-1132-4A23-B92D-C69152871C1A}" destId="{C95B35D6-5E61-4455-A382-1D447090F95D}" srcOrd="0" destOrd="0" parTransId="{A338AC9A-197E-4054-BAA4-98C2BFD9CF2A}" sibTransId="{4EB6077D-6B53-4306-A2F3-DA92C64F0599}"/>
    <dgm:cxn modelId="{A0ED58AE-4519-4403-9FFE-881813ECA119}" srcId="{6F64172F-B2BB-47DC-A32E-56CBB65B4697}" destId="{F5EFCE2A-3F09-4D45-BD3F-E4A5163EE2A1}" srcOrd="5" destOrd="0" parTransId="{2B827739-8C45-40DD-9BB3-F14443F8CCD6}" sibTransId="{A7C41CA1-E5E3-4811-A24C-FB8D84E2A647}"/>
    <dgm:cxn modelId="{CDBD49AF-3721-4E83-98B1-AAB61270ED6C}" srcId="{6F64172F-B2BB-47DC-A32E-56CBB65B4697}" destId="{4531FB21-68C7-41DF-83DA-A990E5AA0F19}" srcOrd="6" destOrd="0" parTransId="{5AF7AF89-64B4-43DB-8534-12A7900EFD3F}" sibTransId="{1A1AE89A-B86F-4942-9EB0-930CB950A114}"/>
    <dgm:cxn modelId="{5B7CDCB5-0FF2-40D4-9DEE-9C6F42B85A14}" type="presOf" srcId="{98712C8F-9D73-4B7B-8D62-61422476A447}" destId="{E57751F2-1347-41BB-8F60-9AD6C36AC4DB}" srcOrd="0" destOrd="0" presId="urn:microsoft.com/office/officeart/2008/layout/SquareAccentList"/>
    <dgm:cxn modelId="{88D090BE-616A-439A-B943-58DC2834E6C4}" srcId="{6F64172F-B2BB-47DC-A32E-56CBB65B4697}" destId="{5C6D316D-1256-42AA-B2BE-436E469CE995}" srcOrd="3" destOrd="0" parTransId="{531006CE-B9E5-4EA7-A63F-4EB097D730B9}" sibTransId="{AA5241EC-1FA8-4D28-89B8-D6DF63CF00A4}"/>
    <dgm:cxn modelId="{165D57BF-975F-4F90-A903-2CA3D82F7B77}" srcId="{C95B35D6-5E61-4455-A382-1D447090F95D}" destId="{F691DBB4-42B2-4C1D-B7A6-BD1F2317BC15}" srcOrd="1" destOrd="0" parTransId="{345FBB75-E7FE-4033-BECA-EFC964C3CC8C}" sibTransId="{D0F0D459-B3F3-4831-8CCB-72AE67F675F7}"/>
    <dgm:cxn modelId="{DD58B7C2-4BE8-4642-99F6-D4C9A9828CD4}" type="presOf" srcId="{F4C71E53-1132-4A23-B92D-C69152871C1A}" destId="{925B5DDC-A0F0-4022-8310-33C338A5CA5B}" srcOrd="0" destOrd="0" presId="urn:microsoft.com/office/officeart/2008/layout/SquareAccentList"/>
    <dgm:cxn modelId="{E2992AC7-A3AC-48C1-BD3D-9F83D83EB9E9}" srcId="{6F64172F-B2BB-47DC-A32E-56CBB65B4697}" destId="{F662C0BD-557E-4FA0-B428-AE8394127D99}" srcOrd="2" destOrd="0" parTransId="{4616FB09-C68F-4A2B-BCBA-B07290C40A13}" sibTransId="{26073B69-2C08-4040-9B6A-08D0972251B6}"/>
    <dgm:cxn modelId="{9CBDD8C7-7474-4FA3-9CA0-72FD65962F71}" srcId="{F4C71E53-1132-4A23-B92D-C69152871C1A}" destId="{6F64172F-B2BB-47DC-A32E-56CBB65B4697}" srcOrd="1" destOrd="0" parTransId="{3D462CA7-532E-424A-8802-540F99694A3B}" sibTransId="{07FF3602-1680-476A-B989-C56C9E03ED6A}"/>
    <dgm:cxn modelId="{98945CC8-5065-454F-B30F-73BE8090A5CB}" srcId="{C95B35D6-5E61-4455-A382-1D447090F95D}" destId="{0CD8E267-D4B2-4A4C-987F-B10C25D06084}" srcOrd="3" destOrd="0" parTransId="{DA14A57B-EFC6-45D5-B368-5BF015691231}" sibTransId="{6C47D723-0748-4010-ACDC-9DF41D159F2D}"/>
    <dgm:cxn modelId="{77A30CC9-F8E2-41D2-BD92-8E96A989BE19}" type="presOf" srcId="{23CBB95E-284C-444C-BE1A-0813B54E57E8}" destId="{ED7E435C-18C4-419C-9C71-08DE90FAD941}" srcOrd="0" destOrd="0" presId="urn:microsoft.com/office/officeart/2008/layout/SquareAccentList"/>
    <dgm:cxn modelId="{F4A94FD1-89BF-42E0-8622-21FE50E3B5F5}" srcId="{C95B35D6-5E61-4455-A382-1D447090F95D}" destId="{78D045DA-9CD6-4E97-9CA6-75E01D5C8D8A}" srcOrd="7" destOrd="0" parTransId="{EA45FDF7-C8C7-4967-B187-6B17A5A4D400}" sibTransId="{5285A65F-696F-48EF-8A39-E27384F9C177}"/>
    <dgm:cxn modelId="{B8313CDF-1CCE-41A2-9B27-43A556637053}" srcId="{6F64172F-B2BB-47DC-A32E-56CBB65B4697}" destId="{23CBB95E-284C-444C-BE1A-0813B54E57E8}" srcOrd="0" destOrd="0" parTransId="{9FD266F2-E9E3-441C-9C66-006EDF3822F9}" sibTransId="{0F1C5E01-E64B-4A13-B240-954667FE7A2F}"/>
    <dgm:cxn modelId="{9805B6E0-58E3-45AC-B7C9-A4DF1DD65BC8}" type="presOf" srcId="{4531FB21-68C7-41DF-83DA-A990E5AA0F19}" destId="{139B57B2-CBE4-4E5B-87DB-FD640B2367D5}" srcOrd="0" destOrd="0" presId="urn:microsoft.com/office/officeart/2008/layout/SquareAccentList"/>
    <dgm:cxn modelId="{F39AF9E2-9F71-4F2F-BE16-6A10BF7D365B}" type="presOf" srcId="{0CD8E267-D4B2-4A4C-987F-B10C25D06084}" destId="{40723231-9225-4B96-B5A7-C665D0AD2182}" srcOrd="0" destOrd="0" presId="urn:microsoft.com/office/officeart/2008/layout/SquareAccentList"/>
    <dgm:cxn modelId="{50598DE5-C479-42E0-9BBE-549842190ABE}" type="presOf" srcId="{C95B35D6-5E61-4455-A382-1D447090F95D}" destId="{63F0DEAE-7209-4149-BF5C-29C05B69D427}" srcOrd="0" destOrd="0" presId="urn:microsoft.com/office/officeart/2008/layout/SquareAccentList"/>
    <dgm:cxn modelId="{208C3DFA-2960-4721-857D-2C45FCDFE34B}" type="presOf" srcId="{97C996FC-48D3-41A2-99F8-B796147B91CF}" destId="{83962F2A-8487-4157-BEB9-931A558A34C9}" srcOrd="0" destOrd="0" presId="urn:microsoft.com/office/officeart/2008/layout/SquareAccentList"/>
    <dgm:cxn modelId="{866D7719-19C4-4ADB-B6D6-027A89CD4370}" type="presParOf" srcId="{925B5DDC-A0F0-4022-8310-33C338A5CA5B}" destId="{9740EC0C-5BD4-45B2-8CF8-69B480D305D6}" srcOrd="0" destOrd="0" presId="urn:microsoft.com/office/officeart/2008/layout/SquareAccentList"/>
    <dgm:cxn modelId="{3B63A3A2-859E-4548-B578-F0FA498DD79F}" type="presParOf" srcId="{9740EC0C-5BD4-45B2-8CF8-69B480D305D6}" destId="{3EEAF5D9-F5DF-4C72-B987-9F7175EA136C}" srcOrd="0" destOrd="0" presId="urn:microsoft.com/office/officeart/2008/layout/SquareAccentList"/>
    <dgm:cxn modelId="{B705E419-466A-4D9B-9139-8E0A9AFDD927}" type="presParOf" srcId="{3EEAF5D9-F5DF-4C72-B987-9F7175EA136C}" destId="{73A64955-8560-4A6A-88D8-61E7806B96BF}" srcOrd="0" destOrd="0" presId="urn:microsoft.com/office/officeart/2008/layout/SquareAccentList"/>
    <dgm:cxn modelId="{E3A861A8-00D7-45D7-9A4D-1987DEED4235}" type="presParOf" srcId="{3EEAF5D9-F5DF-4C72-B987-9F7175EA136C}" destId="{5752538E-9BCE-4F6B-B33C-812F38C9D2BD}" srcOrd="1" destOrd="0" presId="urn:microsoft.com/office/officeart/2008/layout/SquareAccentList"/>
    <dgm:cxn modelId="{D73FC129-D6D9-446E-B108-749D02050016}" type="presParOf" srcId="{3EEAF5D9-F5DF-4C72-B987-9F7175EA136C}" destId="{63F0DEAE-7209-4149-BF5C-29C05B69D427}" srcOrd="2" destOrd="0" presId="urn:microsoft.com/office/officeart/2008/layout/SquareAccentList"/>
    <dgm:cxn modelId="{3CAD748F-CF79-4973-9649-5BE10E6B9A34}" type="presParOf" srcId="{9740EC0C-5BD4-45B2-8CF8-69B480D305D6}" destId="{43AA092E-2B0F-42A8-ABA6-BF44C7087FC9}" srcOrd="1" destOrd="0" presId="urn:microsoft.com/office/officeart/2008/layout/SquareAccentList"/>
    <dgm:cxn modelId="{EE33DABD-A07B-4600-BDFF-65C8C2F1C0BE}" type="presParOf" srcId="{43AA092E-2B0F-42A8-ABA6-BF44C7087FC9}" destId="{307AD7FB-A321-4E66-8778-358E3F9D97A2}" srcOrd="0" destOrd="0" presId="urn:microsoft.com/office/officeart/2008/layout/SquareAccentList"/>
    <dgm:cxn modelId="{86C14867-6923-4034-B50E-3EB99D9711CF}" type="presParOf" srcId="{307AD7FB-A321-4E66-8778-358E3F9D97A2}" destId="{AA8A889F-93DB-4AEB-AE28-BA8D95FAD937}" srcOrd="0" destOrd="0" presId="urn:microsoft.com/office/officeart/2008/layout/SquareAccentList"/>
    <dgm:cxn modelId="{07A72DC7-CED7-43CE-A12A-19DF498DBD5F}" type="presParOf" srcId="{307AD7FB-A321-4E66-8778-358E3F9D97A2}" destId="{91DF395B-6517-4CB4-87F6-71E05066E701}" srcOrd="1" destOrd="0" presId="urn:microsoft.com/office/officeart/2008/layout/SquareAccentList"/>
    <dgm:cxn modelId="{FB450872-948C-472A-A9A3-B2B7272FE3D5}" type="presParOf" srcId="{43AA092E-2B0F-42A8-ABA6-BF44C7087FC9}" destId="{30208BEB-B1A3-4D0B-BCF7-02542DAEAA50}" srcOrd="1" destOrd="0" presId="urn:microsoft.com/office/officeart/2008/layout/SquareAccentList"/>
    <dgm:cxn modelId="{A23230F9-7848-4BF6-B9A0-2467DD3EEAFA}" type="presParOf" srcId="{30208BEB-B1A3-4D0B-BCF7-02542DAEAA50}" destId="{A88E1F57-C6C7-4863-9E31-3F09CA6B9236}" srcOrd="0" destOrd="0" presId="urn:microsoft.com/office/officeart/2008/layout/SquareAccentList"/>
    <dgm:cxn modelId="{0CB07FEF-D366-4328-B8E3-C1E6B495723E}" type="presParOf" srcId="{30208BEB-B1A3-4D0B-BCF7-02542DAEAA50}" destId="{8CAD3227-C886-4C7F-822D-50DDBC325347}" srcOrd="1" destOrd="0" presId="urn:microsoft.com/office/officeart/2008/layout/SquareAccentList"/>
    <dgm:cxn modelId="{7DCE02BD-F37C-41DD-B559-7F9C54C13AB8}" type="presParOf" srcId="{43AA092E-2B0F-42A8-ABA6-BF44C7087FC9}" destId="{6A573FCB-5C87-45DC-9E85-19CDF44B14B4}" srcOrd="2" destOrd="0" presId="urn:microsoft.com/office/officeart/2008/layout/SquareAccentList"/>
    <dgm:cxn modelId="{822974FE-9F8D-4EAF-B12F-5B46CDA0836C}" type="presParOf" srcId="{6A573FCB-5C87-45DC-9E85-19CDF44B14B4}" destId="{D016711E-4A5E-4444-B69D-7D83A921ECC9}" srcOrd="0" destOrd="0" presId="urn:microsoft.com/office/officeart/2008/layout/SquareAccentList"/>
    <dgm:cxn modelId="{C7BD23F8-44EF-4383-AAA6-8BCEC1E1A045}" type="presParOf" srcId="{6A573FCB-5C87-45DC-9E85-19CDF44B14B4}" destId="{5BB98F7E-DE04-43C1-AC7E-9BB292EC59CB}" srcOrd="1" destOrd="0" presId="urn:microsoft.com/office/officeart/2008/layout/SquareAccentList"/>
    <dgm:cxn modelId="{D87D2888-E833-4F3A-81CE-2C8A8BCC0FA7}" type="presParOf" srcId="{43AA092E-2B0F-42A8-ABA6-BF44C7087FC9}" destId="{03B49AA5-F0FE-4983-8752-4A6D863E6D48}" srcOrd="3" destOrd="0" presId="urn:microsoft.com/office/officeart/2008/layout/SquareAccentList"/>
    <dgm:cxn modelId="{81F4A639-E7DE-45DF-8F4A-79EA3A160D4B}" type="presParOf" srcId="{03B49AA5-F0FE-4983-8752-4A6D863E6D48}" destId="{920C68EB-7F16-41F4-BE58-41B1D8FC671E}" srcOrd="0" destOrd="0" presId="urn:microsoft.com/office/officeart/2008/layout/SquareAccentList"/>
    <dgm:cxn modelId="{5E071ABB-6E94-4043-817E-599C43FAC3E4}" type="presParOf" srcId="{03B49AA5-F0FE-4983-8752-4A6D863E6D48}" destId="{40723231-9225-4B96-B5A7-C665D0AD2182}" srcOrd="1" destOrd="0" presId="urn:microsoft.com/office/officeart/2008/layout/SquareAccentList"/>
    <dgm:cxn modelId="{693C988C-2A1C-464D-93D0-050D4C3463C4}" type="presParOf" srcId="{43AA092E-2B0F-42A8-ABA6-BF44C7087FC9}" destId="{862A291F-7E77-4B2B-983F-CF0E0A2DEB04}" srcOrd="4" destOrd="0" presId="urn:microsoft.com/office/officeart/2008/layout/SquareAccentList"/>
    <dgm:cxn modelId="{26678FF4-E601-4FAC-BDF6-06F3489FC9AD}" type="presParOf" srcId="{862A291F-7E77-4B2B-983F-CF0E0A2DEB04}" destId="{786DD8C2-FC7A-442B-995E-41FCE33CDA28}" srcOrd="0" destOrd="0" presId="urn:microsoft.com/office/officeart/2008/layout/SquareAccentList"/>
    <dgm:cxn modelId="{94E125B4-ED92-4F33-8469-DC64D935D577}" type="presParOf" srcId="{862A291F-7E77-4B2B-983F-CF0E0A2DEB04}" destId="{47C5F3C8-F1CB-4532-ACC1-57EDA20A791C}" srcOrd="1" destOrd="0" presId="urn:microsoft.com/office/officeart/2008/layout/SquareAccentList"/>
    <dgm:cxn modelId="{F4E3D38D-CEF4-4633-9A49-C644DB6EC129}" type="presParOf" srcId="{43AA092E-2B0F-42A8-ABA6-BF44C7087FC9}" destId="{D81500E4-4016-49E0-99D0-708F53B32F2A}" srcOrd="5" destOrd="0" presId="urn:microsoft.com/office/officeart/2008/layout/SquareAccentList"/>
    <dgm:cxn modelId="{608664A1-3A05-4FAA-BD79-C06312F25D86}" type="presParOf" srcId="{D81500E4-4016-49E0-99D0-708F53B32F2A}" destId="{BE1AF460-C5CC-4A93-8880-F7867F9445D1}" srcOrd="0" destOrd="0" presId="urn:microsoft.com/office/officeart/2008/layout/SquareAccentList"/>
    <dgm:cxn modelId="{9036C35A-DD53-4C48-BFE8-486F5092805D}" type="presParOf" srcId="{D81500E4-4016-49E0-99D0-708F53B32F2A}" destId="{83962F2A-8487-4157-BEB9-931A558A34C9}" srcOrd="1" destOrd="0" presId="urn:microsoft.com/office/officeart/2008/layout/SquareAccentList"/>
    <dgm:cxn modelId="{A909D16B-9336-4DC5-B578-B077F279F8CE}" type="presParOf" srcId="{43AA092E-2B0F-42A8-ABA6-BF44C7087FC9}" destId="{FC0FB1A0-D12A-4ACF-8286-2308DFB0F419}" srcOrd="6" destOrd="0" presId="urn:microsoft.com/office/officeart/2008/layout/SquareAccentList"/>
    <dgm:cxn modelId="{007A2EF7-8918-496E-9FD0-4CFAAC7E6C41}" type="presParOf" srcId="{FC0FB1A0-D12A-4ACF-8286-2308DFB0F419}" destId="{F3503FAF-19D5-4B41-B88F-952891152882}" srcOrd="0" destOrd="0" presId="urn:microsoft.com/office/officeart/2008/layout/SquareAccentList"/>
    <dgm:cxn modelId="{40023D1D-EB05-455B-B536-EB88E7ECCCAC}" type="presParOf" srcId="{FC0FB1A0-D12A-4ACF-8286-2308DFB0F419}" destId="{2ACDA940-9644-43A5-AC47-9EB1EC1C1BD4}" srcOrd="1" destOrd="0" presId="urn:microsoft.com/office/officeart/2008/layout/SquareAccentList"/>
    <dgm:cxn modelId="{ABDD6012-1196-400A-A076-8606903D12EF}" type="presParOf" srcId="{43AA092E-2B0F-42A8-ABA6-BF44C7087FC9}" destId="{6FFAC09A-C7B7-46A0-AD97-C959FE6BDA92}" srcOrd="7" destOrd="0" presId="urn:microsoft.com/office/officeart/2008/layout/SquareAccentList"/>
    <dgm:cxn modelId="{EF891F49-FE95-4EB9-AF0A-34DA1E57501F}" type="presParOf" srcId="{6FFAC09A-C7B7-46A0-AD97-C959FE6BDA92}" destId="{34AD4136-B591-42B8-9C30-3D077D5A2899}" srcOrd="0" destOrd="0" presId="urn:microsoft.com/office/officeart/2008/layout/SquareAccentList"/>
    <dgm:cxn modelId="{1B53F376-BF59-4786-B0CA-9BE6217F2836}" type="presParOf" srcId="{6FFAC09A-C7B7-46A0-AD97-C959FE6BDA92}" destId="{EA33BAEF-1B79-4BF1-AFCA-BD58E92C5927}" srcOrd="1" destOrd="0" presId="urn:microsoft.com/office/officeart/2008/layout/SquareAccentList"/>
    <dgm:cxn modelId="{0E5C91AB-E0DE-43FA-A42D-EC04FA53CC43}" type="presParOf" srcId="{925B5DDC-A0F0-4022-8310-33C338A5CA5B}" destId="{A432DEC4-2426-4067-9786-41D29A6A6E3D}" srcOrd="1" destOrd="0" presId="urn:microsoft.com/office/officeart/2008/layout/SquareAccentList"/>
    <dgm:cxn modelId="{E3D5235A-6649-4005-8ACB-DC7EA6811328}" type="presParOf" srcId="{A432DEC4-2426-4067-9786-41D29A6A6E3D}" destId="{DA47842D-66D2-459B-BB0F-8665CB0749D3}" srcOrd="0" destOrd="0" presId="urn:microsoft.com/office/officeart/2008/layout/SquareAccentList"/>
    <dgm:cxn modelId="{86C83A53-1B34-4329-9B64-3055F2AB931A}" type="presParOf" srcId="{DA47842D-66D2-459B-BB0F-8665CB0749D3}" destId="{A3E2CD6F-2BAB-4787-8088-810A41D93261}" srcOrd="0" destOrd="0" presId="urn:microsoft.com/office/officeart/2008/layout/SquareAccentList"/>
    <dgm:cxn modelId="{1C130372-3C7C-4386-BD3E-1B6B7EB930CA}" type="presParOf" srcId="{DA47842D-66D2-459B-BB0F-8665CB0749D3}" destId="{15D51D74-761E-49F2-AAA2-6B4B6138CB79}" srcOrd="1" destOrd="0" presId="urn:microsoft.com/office/officeart/2008/layout/SquareAccentList"/>
    <dgm:cxn modelId="{D579CC8B-1D71-4C44-99A1-59412A25FE66}" type="presParOf" srcId="{DA47842D-66D2-459B-BB0F-8665CB0749D3}" destId="{0E7362CD-EFDC-4225-AA47-59DF24280B74}" srcOrd="2" destOrd="0" presId="urn:microsoft.com/office/officeart/2008/layout/SquareAccentList"/>
    <dgm:cxn modelId="{E8B351ED-3D80-40C4-BADA-B666E9597B92}" type="presParOf" srcId="{A432DEC4-2426-4067-9786-41D29A6A6E3D}" destId="{19AEBD6A-76B3-40CB-A8BC-47A5D4F3BC78}" srcOrd="1" destOrd="0" presId="urn:microsoft.com/office/officeart/2008/layout/SquareAccentList"/>
    <dgm:cxn modelId="{D88C117D-5864-4475-AC8E-5113EE712EEC}" type="presParOf" srcId="{19AEBD6A-76B3-40CB-A8BC-47A5D4F3BC78}" destId="{B7AEB66A-5FEA-4C34-8D8F-FD50E61EC82A}" srcOrd="0" destOrd="0" presId="urn:microsoft.com/office/officeart/2008/layout/SquareAccentList"/>
    <dgm:cxn modelId="{60FC51E1-410E-4F1B-A493-6A499A28BD3B}" type="presParOf" srcId="{B7AEB66A-5FEA-4C34-8D8F-FD50E61EC82A}" destId="{50864C3F-D9E4-4144-A74D-E04880E2E68A}" srcOrd="0" destOrd="0" presId="urn:microsoft.com/office/officeart/2008/layout/SquareAccentList"/>
    <dgm:cxn modelId="{0495157B-A81B-4280-9FAB-4253BD0D0789}" type="presParOf" srcId="{B7AEB66A-5FEA-4C34-8D8F-FD50E61EC82A}" destId="{ED7E435C-18C4-419C-9C71-08DE90FAD941}" srcOrd="1" destOrd="0" presId="urn:microsoft.com/office/officeart/2008/layout/SquareAccentList"/>
    <dgm:cxn modelId="{0B85CC38-2F40-4D87-B459-F0E2146DFD0A}" type="presParOf" srcId="{19AEBD6A-76B3-40CB-A8BC-47A5D4F3BC78}" destId="{8B79B07C-A9AD-4FAC-9441-C33B1E6A9C2F}" srcOrd="1" destOrd="0" presId="urn:microsoft.com/office/officeart/2008/layout/SquareAccentList"/>
    <dgm:cxn modelId="{A26156C5-5232-48AA-9C62-621548B7C16D}" type="presParOf" srcId="{8B79B07C-A9AD-4FAC-9441-C33B1E6A9C2F}" destId="{2AC9EE26-FC5D-49AA-BF24-51036CAC6CA3}" srcOrd="0" destOrd="0" presId="urn:microsoft.com/office/officeart/2008/layout/SquareAccentList"/>
    <dgm:cxn modelId="{E61D3EA0-80CB-421C-A8B9-148D0A69DE40}" type="presParOf" srcId="{8B79B07C-A9AD-4FAC-9441-C33B1E6A9C2F}" destId="{FB300159-3E19-4262-9EF1-609234F4D024}" srcOrd="1" destOrd="0" presId="urn:microsoft.com/office/officeart/2008/layout/SquareAccentList"/>
    <dgm:cxn modelId="{13A36312-5401-4208-B19F-E20172B2021B}" type="presParOf" srcId="{19AEBD6A-76B3-40CB-A8BC-47A5D4F3BC78}" destId="{71155A4E-705B-4EEA-A4CB-4AFEE89A0D65}" srcOrd="2" destOrd="0" presId="urn:microsoft.com/office/officeart/2008/layout/SquareAccentList"/>
    <dgm:cxn modelId="{6B5D4230-5C17-4CD5-80E9-BA2FC1986EBF}" type="presParOf" srcId="{71155A4E-705B-4EEA-A4CB-4AFEE89A0D65}" destId="{9F97F498-EB19-43F6-9376-3FB9C015ED56}" srcOrd="0" destOrd="0" presId="urn:microsoft.com/office/officeart/2008/layout/SquareAccentList"/>
    <dgm:cxn modelId="{0191AA18-4168-48DB-927B-243751F4790F}" type="presParOf" srcId="{71155A4E-705B-4EEA-A4CB-4AFEE89A0D65}" destId="{18F3E672-460A-4745-BA82-0EC46CEF38BD}" srcOrd="1" destOrd="0" presId="urn:microsoft.com/office/officeart/2008/layout/SquareAccentList"/>
    <dgm:cxn modelId="{75255B52-37CC-4A83-B463-410E83507B68}" type="presParOf" srcId="{19AEBD6A-76B3-40CB-A8BC-47A5D4F3BC78}" destId="{12973753-00ED-45B0-9EA0-0627D2AF7468}" srcOrd="3" destOrd="0" presId="urn:microsoft.com/office/officeart/2008/layout/SquareAccentList"/>
    <dgm:cxn modelId="{C3302602-B00A-47BE-A832-6DF18ADC97B7}" type="presParOf" srcId="{12973753-00ED-45B0-9EA0-0627D2AF7468}" destId="{CE539415-4E47-4D2C-A7FC-594542A9B702}" srcOrd="0" destOrd="0" presId="urn:microsoft.com/office/officeart/2008/layout/SquareAccentList"/>
    <dgm:cxn modelId="{1C5A190A-152C-41EF-82C8-D8C6377774AF}" type="presParOf" srcId="{12973753-00ED-45B0-9EA0-0627D2AF7468}" destId="{C9A5B6F6-D69E-4B0E-BD5F-96E9B47BBDE4}" srcOrd="1" destOrd="0" presId="urn:microsoft.com/office/officeart/2008/layout/SquareAccentList"/>
    <dgm:cxn modelId="{ABF01070-5BC0-4B01-81E6-343244A850B1}" type="presParOf" srcId="{19AEBD6A-76B3-40CB-A8BC-47A5D4F3BC78}" destId="{AA6637FC-8014-4283-8428-D5D12F519B48}" srcOrd="4" destOrd="0" presId="urn:microsoft.com/office/officeart/2008/layout/SquareAccentList"/>
    <dgm:cxn modelId="{87180E9D-E408-40CF-8D06-D86EE8090EA5}" type="presParOf" srcId="{AA6637FC-8014-4283-8428-D5D12F519B48}" destId="{80B31469-8358-471A-B9D1-F5381ECA2D32}" srcOrd="0" destOrd="0" presId="urn:microsoft.com/office/officeart/2008/layout/SquareAccentList"/>
    <dgm:cxn modelId="{FB76415F-CC13-4CBE-B6BA-8B8E712B5B6C}" type="presParOf" srcId="{AA6637FC-8014-4283-8428-D5D12F519B48}" destId="{E57751F2-1347-41BB-8F60-9AD6C36AC4DB}" srcOrd="1" destOrd="0" presId="urn:microsoft.com/office/officeart/2008/layout/SquareAccentList"/>
    <dgm:cxn modelId="{7595BFAD-B140-4A14-A292-4A009E0D2B08}" type="presParOf" srcId="{19AEBD6A-76B3-40CB-A8BC-47A5D4F3BC78}" destId="{1F11B0CF-A668-4F71-9EBF-D1BE9CDFF304}" srcOrd="5" destOrd="0" presId="urn:microsoft.com/office/officeart/2008/layout/SquareAccentList"/>
    <dgm:cxn modelId="{0F0EDE75-62A7-481B-B70F-648FA607B7D2}" type="presParOf" srcId="{1F11B0CF-A668-4F71-9EBF-D1BE9CDFF304}" destId="{55398E44-2551-4436-A432-19186F8621BE}" srcOrd="0" destOrd="0" presId="urn:microsoft.com/office/officeart/2008/layout/SquareAccentList"/>
    <dgm:cxn modelId="{B99F2E14-72AB-43E0-BB8D-7B5BB4E388EA}" type="presParOf" srcId="{1F11B0CF-A668-4F71-9EBF-D1BE9CDFF304}" destId="{05DA767D-2C77-4AC1-B7E1-6BEEE0D3D40A}" srcOrd="1" destOrd="0" presId="urn:microsoft.com/office/officeart/2008/layout/SquareAccentList"/>
    <dgm:cxn modelId="{E076160F-8445-4AC4-8725-F04ECA0873EF}" type="presParOf" srcId="{19AEBD6A-76B3-40CB-A8BC-47A5D4F3BC78}" destId="{84B18594-5B03-4F87-9D96-24E1E0B829C7}" srcOrd="6" destOrd="0" presId="urn:microsoft.com/office/officeart/2008/layout/SquareAccentList"/>
    <dgm:cxn modelId="{9B934E41-5E88-429A-A300-D53F186DA176}" type="presParOf" srcId="{84B18594-5B03-4F87-9D96-24E1E0B829C7}" destId="{5CC1FED9-4EB0-4B58-A4CF-A6B68F751034}" srcOrd="0" destOrd="0" presId="urn:microsoft.com/office/officeart/2008/layout/SquareAccentList"/>
    <dgm:cxn modelId="{6C3E4598-1060-4303-9910-973BB51D5F57}" type="presParOf" srcId="{84B18594-5B03-4F87-9D96-24E1E0B829C7}" destId="{139B57B2-CBE4-4E5B-87DB-FD640B2367D5}" srcOrd="1" destOrd="0" presId="urn:microsoft.com/office/officeart/2008/layout/SquareAccentList"/>
    <dgm:cxn modelId="{291BA378-D172-4734-9AF6-365D95E54BD1}" type="presParOf" srcId="{19AEBD6A-76B3-40CB-A8BC-47A5D4F3BC78}" destId="{703976E9-AB00-45DC-AE43-94A7E2E43840}" srcOrd="7" destOrd="0" presId="urn:microsoft.com/office/officeart/2008/layout/SquareAccentList"/>
    <dgm:cxn modelId="{0536A49E-3C1B-4FCE-8D5B-E04D380A2F0D}" type="presParOf" srcId="{703976E9-AB00-45DC-AE43-94A7E2E43840}" destId="{3EB5FEC8-6D91-4512-B66D-99D6556175C1}" srcOrd="0" destOrd="0" presId="urn:microsoft.com/office/officeart/2008/layout/SquareAccentList"/>
    <dgm:cxn modelId="{E44B1DCC-6468-4A81-93E5-62D01CE03162}" type="presParOf" srcId="{703976E9-AB00-45DC-AE43-94A7E2E43840}" destId="{B78DCA06-4C5C-4079-8897-FC7F5BC43585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30A18F8-BDDB-470D-9FDB-1B4C731446D6}" type="doc">
      <dgm:prSet loTypeId="urn:microsoft.com/office/officeart/2005/8/layout/hList1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201B2AAF-6042-4894-9CC9-2E735F479543}">
      <dgm:prSet phldrT="[Texte]" phldr="0" custT="1"/>
      <dgm:spPr/>
      <dgm:t>
        <a:bodyPr/>
        <a:lstStyle/>
        <a:p>
          <a:r>
            <a:rPr lang="fr-FR" sz="2800" b="1"/>
            <a:t>Transformations</a:t>
          </a:r>
          <a:endParaRPr lang="fr-FR" sz="2800" b="1" dirty="0"/>
        </a:p>
      </dgm:t>
    </dgm:pt>
    <dgm:pt modelId="{1B640122-5F06-479F-BCB1-E92A2599104F}" type="parTrans" cxnId="{27082A9B-0885-4A34-B920-3E5CD4C2253C}">
      <dgm:prSet/>
      <dgm:spPr/>
      <dgm:t>
        <a:bodyPr/>
        <a:lstStyle/>
        <a:p>
          <a:endParaRPr lang="fr-FR" sz="1600"/>
        </a:p>
      </dgm:t>
    </dgm:pt>
    <dgm:pt modelId="{B56E812C-8F3B-4F04-96E9-7089420D69CF}" type="sibTrans" cxnId="{27082A9B-0885-4A34-B920-3E5CD4C2253C}">
      <dgm:prSet/>
      <dgm:spPr/>
      <dgm:t>
        <a:bodyPr/>
        <a:lstStyle/>
        <a:p>
          <a:endParaRPr lang="fr-FR" sz="1600"/>
        </a:p>
      </dgm:t>
    </dgm:pt>
    <dgm:pt modelId="{A499BD18-B222-4259-9DE7-B44FD861202F}">
      <dgm:prSet phldrT="[Texte]" custT="1"/>
      <dgm:spPr/>
      <dgm:t>
        <a:bodyPr/>
        <a:lstStyle/>
        <a:p>
          <a:r>
            <a:rPr lang="fr-FR" sz="1800" b="1" dirty="0"/>
            <a:t>Harmonisation noms de colonnes</a:t>
          </a:r>
        </a:p>
      </dgm:t>
    </dgm:pt>
    <dgm:pt modelId="{F55664BA-7D82-456D-B1F9-786CE02F2231}" type="parTrans" cxnId="{98120BD3-53E0-48C8-ACAB-5B8374226F1E}">
      <dgm:prSet/>
      <dgm:spPr/>
      <dgm:t>
        <a:bodyPr/>
        <a:lstStyle/>
        <a:p>
          <a:endParaRPr lang="fr-FR" sz="1600"/>
        </a:p>
      </dgm:t>
    </dgm:pt>
    <dgm:pt modelId="{0FA2E3C5-16A9-4765-A693-D539E190C038}" type="sibTrans" cxnId="{98120BD3-53E0-48C8-ACAB-5B8374226F1E}">
      <dgm:prSet/>
      <dgm:spPr/>
      <dgm:t>
        <a:bodyPr/>
        <a:lstStyle/>
        <a:p>
          <a:endParaRPr lang="fr-FR" sz="1600"/>
        </a:p>
      </dgm:t>
    </dgm:pt>
    <dgm:pt modelId="{DF791F52-1D90-4C37-B92C-6C9B7C32A862}">
      <dgm:prSet phldrT="[Texte]" custT="1"/>
      <dgm:spPr/>
      <dgm:t>
        <a:bodyPr/>
        <a:lstStyle/>
        <a:p>
          <a:r>
            <a:rPr lang="fr-FR" sz="1800" b="1" dirty="0"/>
            <a:t>Nettoyage contenu texte</a:t>
          </a:r>
        </a:p>
      </dgm:t>
    </dgm:pt>
    <dgm:pt modelId="{15D58020-B846-47DE-B22E-92E14E84C1DB}" type="parTrans" cxnId="{B635629B-760D-4093-B028-21068AC7E76E}">
      <dgm:prSet/>
      <dgm:spPr/>
      <dgm:t>
        <a:bodyPr/>
        <a:lstStyle/>
        <a:p>
          <a:endParaRPr lang="fr-FR" sz="1600"/>
        </a:p>
      </dgm:t>
    </dgm:pt>
    <dgm:pt modelId="{4CB057F2-2132-422A-A14E-6EA9D22BB3A2}" type="sibTrans" cxnId="{B635629B-760D-4093-B028-21068AC7E76E}">
      <dgm:prSet/>
      <dgm:spPr/>
      <dgm:t>
        <a:bodyPr/>
        <a:lstStyle/>
        <a:p>
          <a:endParaRPr lang="fr-FR" sz="1600"/>
        </a:p>
      </dgm:t>
    </dgm:pt>
    <dgm:pt modelId="{FD24F202-4695-42DF-A441-FB2108DB7DEE}">
      <dgm:prSet phldrT="[Texte]" phldr="0" custT="1"/>
      <dgm:spPr/>
      <dgm:t>
        <a:bodyPr/>
        <a:lstStyle/>
        <a:p>
          <a:r>
            <a:rPr lang="fr-FR" sz="2800" b="1"/>
            <a:t>Contrôles qualité</a:t>
          </a:r>
          <a:endParaRPr lang="fr-FR" sz="2800" b="1" dirty="0"/>
        </a:p>
      </dgm:t>
    </dgm:pt>
    <dgm:pt modelId="{325A19AB-074B-4446-BDF0-6491DB2AC349}" type="parTrans" cxnId="{706F5B59-A260-4981-B9FD-AB314EEF605B}">
      <dgm:prSet/>
      <dgm:spPr/>
      <dgm:t>
        <a:bodyPr/>
        <a:lstStyle/>
        <a:p>
          <a:endParaRPr lang="fr-FR" sz="1600"/>
        </a:p>
      </dgm:t>
    </dgm:pt>
    <dgm:pt modelId="{7B4E381F-6A7C-4A2F-A787-FD28678EE7E7}" type="sibTrans" cxnId="{706F5B59-A260-4981-B9FD-AB314EEF605B}">
      <dgm:prSet/>
      <dgm:spPr/>
      <dgm:t>
        <a:bodyPr/>
        <a:lstStyle/>
        <a:p>
          <a:endParaRPr lang="fr-FR" sz="1600"/>
        </a:p>
      </dgm:t>
    </dgm:pt>
    <dgm:pt modelId="{6C397841-ECB5-42F5-8608-B89728C6A873}">
      <dgm:prSet phldrT="[Texte]" phldr="0" custT="1"/>
      <dgm:spPr/>
      <dgm:t>
        <a:bodyPr/>
        <a:lstStyle/>
        <a:p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</dgm:t>
    </dgm:pt>
    <dgm:pt modelId="{84469614-6233-482E-8266-744713893455}" type="parTrans" cxnId="{6F25A23C-AB32-4E64-ABBF-C2D881A1387F}">
      <dgm:prSet/>
      <dgm:spPr/>
      <dgm:t>
        <a:bodyPr/>
        <a:lstStyle/>
        <a:p>
          <a:endParaRPr lang="fr-FR" sz="1600"/>
        </a:p>
      </dgm:t>
    </dgm:pt>
    <dgm:pt modelId="{0199EE3C-246C-4DED-98D4-90B907A527E2}" type="sibTrans" cxnId="{6F25A23C-AB32-4E64-ABBF-C2D881A1387F}">
      <dgm:prSet/>
      <dgm:spPr/>
      <dgm:t>
        <a:bodyPr/>
        <a:lstStyle/>
        <a:p>
          <a:endParaRPr lang="fr-FR" sz="1600"/>
        </a:p>
      </dgm:t>
    </dgm:pt>
    <dgm:pt modelId="{2C81F785-B686-4A3D-B326-2DF8F3906836}">
      <dgm:prSet phldrT="[Texte]" phldr="0" custT="1"/>
      <dgm:spPr/>
      <dgm:t>
        <a:bodyPr/>
        <a:lstStyle/>
        <a:p>
          <a:r>
            <a:rPr lang="fr-FR" sz="2800" b="1"/>
            <a:t>Migration vers MongoDB</a:t>
          </a:r>
          <a:endParaRPr lang="fr-FR" sz="2800" b="1" dirty="0"/>
        </a:p>
      </dgm:t>
    </dgm:pt>
    <dgm:pt modelId="{0E719C52-C631-4916-8DDE-257898C6D5F5}" type="parTrans" cxnId="{F69842AC-C3BE-4075-9BDA-B95245A34B32}">
      <dgm:prSet/>
      <dgm:spPr/>
      <dgm:t>
        <a:bodyPr/>
        <a:lstStyle/>
        <a:p>
          <a:endParaRPr lang="fr-FR" sz="1600"/>
        </a:p>
      </dgm:t>
    </dgm:pt>
    <dgm:pt modelId="{AC83E7BB-71A2-4CED-9D11-DA674D25ABE8}" type="sibTrans" cxnId="{F69842AC-C3BE-4075-9BDA-B95245A34B32}">
      <dgm:prSet/>
      <dgm:spPr/>
      <dgm:t>
        <a:bodyPr/>
        <a:lstStyle/>
        <a:p>
          <a:endParaRPr lang="fr-FR" sz="1600"/>
        </a:p>
      </dgm:t>
    </dgm:pt>
    <dgm:pt modelId="{7FAEC95F-4669-44F7-9474-179A2A08238F}">
      <dgm:prSet phldrT="[Texte]" phldr="0" custT="1"/>
      <dgm:spPr/>
      <dgm:t>
        <a:bodyPr/>
        <a:lstStyle/>
        <a:p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</dgm:t>
    </dgm:pt>
    <dgm:pt modelId="{F628E81E-C8D4-4CB7-AA18-1826453D6E72}" type="parTrans" cxnId="{2555C846-2903-452E-BB12-A6A1B56341D8}">
      <dgm:prSet/>
      <dgm:spPr/>
      <dgm:t>
        <a:bodyPr/>
        <a:lstStyle/>
        <a:p>
          <a:endParaRPr lang="fr-FR" sz="1600"/>
        </a:p>
      </dgm:t>
    </dgm:pt>
    <dgm:pt modelId="{B9E7467F-F7FB-44DE-8788-E43020C34A49}" type="sibTrans" cxnId="{2555C846-2903-452E-BB12-A6A1B56341D8}">
      <dgm:prSet/>
      <dgm:spPr/>
      <dgm:t>
        <a:bodyPr/>
        <a:lstStyle/>
        <a:p>
          <a:endParaRPr lang="fr-FR" sz="1600"/>
        </a:p>
      </dgm:t>
    </dgm:pt>
    <dgm:pt modelId="{F0449551-41E8-4F0D-9337-0CF425C1ABBB}">
      <dgm:prSet phldrT="[Texte]" phldr="0" custT="1"/>
      <dgm:spPr/>
      <dgm:t>
        <a:bodyPr/>
        <a:lstStyle/>
        <a:p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019F4629-8D5E-447A-8E35-C0B1F4AA270E}" type="parTrans" cxnId="{45FBA3D2-2F5D-4006-AEA9-1236B43E4126}">
      <dgm:prSet/>
      <dgm:spPr/>
      <dgm:t>
        <a:bodyPr/>
        <a:lstStyle/>
        <a:p>
          <a:endParaRPr lang="fr-FR" sz="1600"/>
        </a:p>
      </dgm:t>
    </dgm:pt>
    <dgm:pt modelId="{732C8829-24AB-4688-80DE-95C4569D75B3}" type="sibTrans" cxnId="{45FBA3D2-2F5D-4006-AEA9-1236B43E4126}">
      <dgm:prSet/>
      <dgm:spPr/>
      <dgm:t>
        <a:bodyPr/>
        <a:lstStyle/>
        <a:p>
          <a:endParaRPr lang="fr-FR" sz="1600"/>
        </a:p>
      </dgm:t>
    </dgm:pt>
    <dgm:pt modelId="{3DE58DEC-1709-4C81-873A-0A800DAE554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</dgm:t>
    </dgm:pt>
    <dgm:pt modelId="{AAE3965F-A6FD-4644-8CDC-45F8E59654E3}" type="parTrans" cxnId="{BD3D25C0-B1E3-4113-B8DE-0469CCF398B6}">
      <dgm:prSet/>
      <dgm:spPr/>
      <dgm:t>
        <a:bodyPr/>
        <a:lstStyle/>
        <a:p>
          <a:endParaRPr lang="fr-FR" sz="1600"/>
        </a:p>
      </dgm:t>
    </dgm:pt>
    <dgm:pt modelId="{07ACAC39-A19B-4A77-8FF1-BF5BAACE72FC}" type="sibTrans" cxnId="{BD3D25C0-B1E3-4113-B8DE-0469CCF398B6}">
      <dgm:prSet/>
      <dgm:spPr/>
      <dgm:t>
        <a:bodyPr/>
        <a:lstStyle/>
        <a:p>
          <a:endParaRPr lang="fr-FR" sz="1600"/>
        </a:p>
      </dgm:t>
    </dgm:pt>
    <dgm:pt modelId="{D095DD0B-99DA-43DF-90AD-1F5037C3912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</dgm:t>
    </dgm:pt>
    <dgm:pt modelId="{FFC0663E-DDFB-4349-A9AE-375825534CF7}" type="parTrans" cxnId="{87764CCE-6F8C-4D13-9FD5-BFF34135F1B8}">
      <dgm:prSet/>
      <dgm:spPr/>
      <dgm:t>
        <a:bodyPr/>
        <a:lstStyle/>
        <a:p>
          <a:endParaRPr lang="fr-FR" sz="1600"/>
        </a:p>
      </dgm:t>
    </dgm:pt>
    <dgm:pt modelId="{3DE8429C-AA0B-4ED0-AD76-29ACCFA2271B}" type="sibTrans" cxnId="{87764CCE-6F8C-4D13-9FD5-BFF34135F1B8}">
      <dgm:prSet/>
      <dgm:spPr/>
      <dgm:t>
        <a:bodyPr/>
        <a:lstStyle/>
        <a:p>
          <a:endParaRPr lang="fr-FR" sz="1600"/>
        </a:p>
      </dgm:t>
    </dgm:pt>
    <dgm:pt modelId="{6DD58F9E-A376-4190-81D4-80B3C00CAEE2}">
      <dgm:prSet phldrT="[Texte]" phldr="0" custT="1"/>
      <dgm:spPr/>
      <dgm:t>
        <a:bodyPr/>
        <a:lstStyle/>
        <a:p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</dgm:t>
    </dgm:pt>
    <dgm:pt modelId="{07FF3121-ECCB-4FE4-8CE2-4E715488D8DE}" type="parTrans" cxnId="{E0CA5D4C-2D2E-44FF-A044-5935B4F7D57D}">
      <dgm:prSet/>
      <dgm:spPr/>
      <dgm:t>
        <a:bodyPr/>
        <a:lstStyle/>
        <a:p>
          <a:endParaRPr lang="fr-FR" sz="1600"/>
        </a:p>
      </dgm:t>
    </dgm:pt>
    <dgm:pt modelId="{7C71C986-1CB3-4AAC-8612-78CF17F506C0}" type="sibTrans" cxnId="{E0CA5D4C-2D2E-44FF-A044-5935B4F7D57D}">
      <dgm:prSet/>
      <dgm:spPr/>
      <dgm:t>
        <a:bodyPr/>
        <a:lstStyle/>
        <a:p>
          <a:endParaRPr lang="fr-FR" sz="1600"/>
        </a:p>
      </dgm:t>
    </dgm:pt>
    <dgm:pt modelId="{F246A789-6AB8-49F3-89B6-B817507EBBE7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</dgm:t>
    </dgm:pt>
    <dgm:pt modelId="{E8638F18-82F4-4D1C-A06F-E8B60C969A21}" type="parTrans" cxnId="{E9F80FAF-ABF6-4BF2-BD5B-3156342EF56E}">
      <dgm:prSet/>
      <dgm:spPr/>
      <dgm:t>
        <a:bodyPr/>
        <a:lstStyle/>
        <a:p>
          <a:endParaRPr lang="fr-FR" sz="1600"/>
        </a:p>
      </dgm:t>
    </dgm:pt>
    <dgm:pt modelId="{E019CB8D-4CF1-4EE2-8D4C-FE84DCB62665}" type="sibTrans" cxnId="{E9F80FAF-ABF6-4BF2-BD5B-3156342EF56E}">
      <dgm:prSet/>
      <dgm:spPr/>
      <dgm:t>
        <a:bodyPr/>
        <a:lstStyle/>
        <a:p>
          <a:endParaRPr lang="fr-FR" sz="1600"/>
        </a:p>
      </dgm:t>
    </dgm:pt>
    <dgm:pt modelId="{CFCFAC5C-DDB5-4C97-90DC-9C830899085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</dgm:t>
    </dgm:pt>
    <dgm:pt modelId="{6C7E06CA-DC8F-4ED0-8274-F5FB74D7EA54}" type="parTrans" cxnId="{3B5D045A-C991-4CF7-8AEF-20EE1EB3636B}">
      <dgm:prSet/>
      <dgm:spPr/>
      <dgm:t>
        <a:bodyPr/>
        <a:lstStyle/>
        <a:p>
          <a:endParaRPr lang="fr-FR" sz="1600"/>
        </a:p>
      </dgm:t>
    </dgm:pt>
    <dgm:pt modelId="{F8967279-BF02-4582-84E9-55EB145C9680}" type="sibTrans" cxnId="{3B5D045A-C991-4CF7-8AEF-20EE1EB3636B}">
      <dgm:prSet/>
      <dgm:spPr/>
      <dgm:t>
        <a:bodyPr/>
        <a:lstStyle/>
        <a:p>
          <a:endParaRPr lang="fr-FR" sz="1600"/>
        </a:p>
      </dgm:t>
    </dgm:pt>
    <dgm:pt modelId="{CA1DDF1C-0A59-4BFF-AA6F-7E47B8683A1E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</dgm:t>
    </dgm:pt>
    <dgm:pt modelId="{32489298-94A8-4C8D-A515-B626C029D012}" type="parTrans" cxnId="{FD9658C5-699C-4AE1-BBB5-3091579EFB0F}">
      <dgm:prSet/>
      <dgm:spPr/>
      <dgm:t>
        <a:bodyPr/>
        <a:lstStyle/>
        <a:p>
          <a:endParaRPr lang="fr-FR" sz="1600"/>
        </a:p>
      </dgm:t>
    </dgm:pt>
    <dgm:pt modelId="{1509D4C3-2B0A-4AFE-8339-C9DDD25F5FF1}" type="sibTrans" cxnId="{FD9658C5-699C-4AE1-BBB5-3091579EFB0F}">
      <dgm:prSet/>
      <dgm:spPr/>
      <dgm:t>
        <a:bodyPr/>
        <a:lstStyle/>
        <a:p>
          <a:endParaRPr lang="fr-FR" sz="1600"/>
        </a:p>
      </dgm:t>
    </dgm:pt>
    <dgm:pt modelId="{4A81ADE6-DF21-46FE-A7CC-651F4694D546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</dgm:t>
    </dgm:pt>
    <dgm:pt modelId="{C1954AC1-0364-49D6-AB7B-6EA090AE0C0E}" type="parTrans" cxnId="{5E15BD69-3E59-4B62-82F5-55FB3611FF96}">
      <dgm:prSet/>
      <dgm:spPr/>
      <dgm:t>
        <a:bodyPr/>
        <a:lstStyle/>
        <a:p>
          <a:endParaRPr lang="fr-FR" sz="1600"/>
        </a:p>
      </dgm:t>
    </dgm:pt>
    <dgm:pt modelId="{DAEBCA73-1C37-4E5C-9CD7-FE50160CE6B5}" type="sibTrans" cxnId="{5E15BD69-3E59-4B62-82F5-55FB3611FF96}">
      <dgm:prSet/>
      <dgm:spPr/>
      <dgm:t>
        <a:bodyPr/>
        <a:lstStyle/>
        <a:p>
          <a:endParaRPr lang="fr-FR" sz="1600"/>
        </a:p>
      </dgm:t>
    </dgm:pt>
    <dgm:pt modelId="{942B0141-01F8-47DE-8A2C-70333BA0FF20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8027AEC6-EA8C-4C52-BF5B-46876C765949}" type="parTrans" cxnId="{50D84827-3690-43A3-9628-9E9813E11063}">
      <dgm:prSet/>
      <dgm:spPr/>
      <dgm:t>
        <a:bodyPr/>
        <a:lstStyle/>
        <a:p>
          <a:endParaRPr lang="fr-FR" sz="1600"/>
        </a:p>
      </dgm:t>
    </dgm:pt>
    <dgm:pt modelId="{ADC913ED-5B94-4A9A-B029-ADD792FA2CD9}" type="sibTrans" cxnId="{50D84827-3690-43A3-9628-9E9813E11063}">
      <dgm:prSet/>
      <dgm:spPr/>
      <dgm:t>
        <a:bodyPr/>
        <a:lstStyle/>
        <a:p>
          <a:endParaRPr lang="fr-FR" sz="1600"/>
        </a:p>
      </dgm:t>
    </dgm:pt>
    <dgm:pt modelId="{29856A07-5D57-452D-81A1-5E46ACA9DFD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E32260DA-00A3-4798-84CC-FDC5C864A31D}" type="parTrans" cxnId="{73FFA0D6-22F7-4560-B60D-097C01891615}">
      <dgm:prSet/>
      <dgm:spPr/>
      <dgm:t>
        <a:bodyPr/>
        <a:lstStyle/>
        <a:p>
          <a:endParaRPr lang="fr-FR" sz="1600"/>
        </a:p>
      </dgm:t>
    </dgm:pt>
    <dgm:pt modelId="{EAD37041-E26F-46D8-902F-09F9290A3275}" type="sibTrans" cxnId="{73FFA0D6-22F7-4560-B60D-097C01891615}">
      <dgm:prSet/>
      <dgm:spPr/>
      <dgm:t>
        <a:bodyPr/>
        <a:lstStyle/>
        <a:p>
          <a:endParaRPr lang="fr-FR" sz="1600"/>
        </a:p>
      </dgm:t>
    </dgm:pt>
    <dgm:pt modelId="{824ECD08-1530-4A8F-BA6B-324F8159AC3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</dgm:t>
    </dgm:pt>
    <dgm:pt modelId="{3EA57C8E-AE56-4E77-8278-156EDC4C5349}" type="parTrans" cxnId="{802EA92B-454D-484B-B259-7C54B8D78AE0}">
      <dgm:prSet/>
      <dgm:spPr/>
      <dgm:t>
        <a:bodyPr/>
        <a:lstStyle/>
        <a:p>
          <a:endParaRPr lang="fr-FR" sz="1600"/>
        </a:p>
      </dgm:t>
    </dgm:pt>
    <dgm:pt modelId="{E09F5E10-1CFE-4AB0-80A1-9FF0AA236395}" type="sibTrans" cxnId="{802EA92B-454D-484B-B259-7C54B8D78AE0}">
      <dgm:prSet/>
      <dgm:spPr/>
      <dgm:t>
        <a:bodyPr/>
        <a:lstStyle/>
        <a:p>
          <a:endParaRPr lang="fr-FR" sz="1600"/>
        </a:p>
      </dgm:t>
    </dgm:pt>
    <dgm:pt modelId="{FDAD7EBF-6EB6-4A8F-B871-1DEFC641C940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gm:t>
    </dgm:pt>
    <dgm:pt modelId="{9341EA6F-500B-47D2-8AD3-C13E99154714}" type="parTrans" cxnId="{73D248F3-A951-4718-8F89-80CB5B9E7D3E}">
      <dgm:prSet/>
      <dgm:spPr/>
      <dgm:t>
        <a:bodyPr/>
        <a:lstStyle/>
        <a:p>
          <a:endParaRPr lang="fr-FR" sz="1600"/>
        </a:p>
      </dgm:t>
    </dgm:pt>
    <dgm:pt modelId="{41906D4A-B305-42F7-94C7-1B87BDA8765D}" type="sibTrans" cxnId="{73D248F3-A951-4718-8F89-80CB5B9E7D3E}">
      <dgm:prSet/>
      <dgm:spPr/>
      <dgm:t>
        <a:bodyPr/>
        <a:lstStyle/>
        <a:p>
          <a:endParaRPr lang="fr-FR" sz="1600"/>
        </a:p>
      </dgm:t>
    </dgm:pt>
    <dgm:pt modelId="{319C93F3-5BF6-4138-BB35-A6874338F356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clean_columns_name</a:t>
          </a:r>
          <a:r>
            <a:rPr lang="fr-FR" sz="1400" dirty="0"/>
            <a:t>()</a:t>
          </a:r>
        </a:p>
      </dgm:t>
    </dgm:pt>
    <dgm:pt modelId="{D0A15A61-998F-461C-87D2-08845FF0C584}" type="parTrans" cxnId="{2331DBF1-7CDA-4041-9034-339F1B4E852F}">
      <dgm:prSet/>
      <dgm:spPr/>
      <dgm:t>
        <a:bodyPr/>
        <a:lstStyle/>
        <a:p>
          <a:endParaRPr lang="fr-FR" sz="1600"/>
        </a:p>
      </dgm:t>
    </dgm:pt>
    <dgm:pt modelId="{6E046CAF-419F-4CB1-AADA-545B29825AF0}" type="sibTrans" cxnId="{2331DBF1-7CDA-4041-9034-339F1B4E852F}">
      <dgm:prSet/>
      <dgm:spPr/>
      <dgm:t>
        <a:bodyPr/>
        <a:lstStyle/>
        <a:p>
          <a:endParaRPr lang="fr-FR" sz="1600"/>
        </a:p>
      </dgm:t>
    </dgm:pt>
    <dgm:pt modelId="{4485A37C-E31C-4560-B5E0-134899AA4E24}">
      <dgm:prSet phldrT="[Texte]" custT="1"/>
      <dgm:spPr/>
      <dgm:t>
        <a:bodyPr/>
        <a:lstStyle/>
        <a:p>
          <a:r>
            <a:rPr lang="fr-FR" sz="1800" b="1" dirty="0"/>
            <a:t>Conversion colonnes dates</a:t>
          </a:r>
        </a:p>
      </dgm:t>
    </dgm:pt>
    <dgm:pt modelId="{2A74A55E-07FD-4930-A626-33B823EB0FF4}" type="parTrans" cxnId="{9E979626-8C0C-4B0D-BCEF-F549D37F7FB5}">
      <dgm:prSet/>
      <dgm:spPr/>
      <dgm:t>
        <a:bodyPr/>
        <a:lstStyle/>
        <a:p>
          <a:endParaRPr lang="fr-FR" sz="1600"/>
        </a:p>
      </dgm:t>
    </dgm:pt>
    <dgm:pt modelId="{544F205D-3C52-49A3-962D-263D765B043A}" type="sibTrans" cxnId="{9E979626-8C0C-4B0D-BCEF-F549D37F7FB5}">
      <dgm:prSet/>
      <dgm:spPr/>
      <dgm:t>
        <a:bodyPr/>
        <a:lstStyle/>
        <a:p>
          <a:endParaRPr lang="fr-FR" sz="1600"/>
        </a:p>
      </dgm:t>
    </dgm:pt>
    <dgm:pt modelId="{D7D4EA6F-0C7A-411B-8F27-5187845161E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clean_columns_content</a:t>
          </a:r>
          <a:r>
            <a:rPr lang="fr-FR" sz="1400" dirty="0"/>
            <a:t>()</a:t>
          </a:r>
        </a:p>
      </dgm:t>
    </dgm:pt>
    <dgm:pt modelId="{73D80DDB-A2BE-4B8C-B624-8E185B691BBD}" type="parTrans" cxnId="{74CDC794-D146-4E47-ABD4-414BEB86A884}">
      <dgm:prSet/>
      <dgm:spPr/>
      <dgm:t>
        <a:bodyPr/>
        <a:lstStyle/>
        <a:p>
          <a:endParaRPr lang="fr-FR" sz="1600"/>
        </a:p>
      </dgm:t>
    </dgm:pt>
    <dgm:pt modelId="{DCB86630-4A94-4576-B8C1-A1B9ABE78F98}" type="sibTrans" cxnId="{74CDC794-D146-4E47-ABD4-414BEB86A884}">
      <dgm:prSet/>
      <dgm:spPr/>
      <dgm:t>
        <a:bodyPr/>
        <a:lstStyle/>
        <a:p>
          <a:endParaRPr lang="fr-FR" sz="1600"/>
        </a:p>
      </dgm:t>
    </dgm:pt>
    <dgm:pt modelId="{1A2DB386-D502-4FC7-95CA-2EB475246A14}">
      <dgm:prSet phldrT="[Texte]" custT="1"/>
      <dgm:spPr/>
      <dgm:t>
        <a:bodyPr/>
        <a:lstStyle/>
        <a:p>
          <a:r>
            <a:rPr lang="fr-FR" sz="1800" b="1" dirty="0"/>
            <a:t>Conversion décimaux (</a:t>
          </a:r>
          <a:r>
            <a:rPr lang="fr-FR" sz="1800" b="1" dirty="0" err="1"/>
            <a:t>billing</a:t>
          </a:r>
          <a:r>
            <a:rPr lang="fr-FR" sz="1800" b="1" dirty="0"/>
            <a:t>)</a:t>
          </a:r>
        </a:p>
      </dgm:t>
    </dgm:pt>
    <dgm:pt modelId="{64378433-7E33-438C-9080-F6E2B80FCC36}" type="parTrans" cxnId="{3D68D328-F818-4E75-83CF-CCB89C104F79}">
      <dgm:prSet/>
      <dgm:spPr/>
      <dgm:t>
        <a:bodyPr/>
        <a:lstStyle/>
        <a:p>
          <a:endParaRPr lang="fr-FR" sz="1600"/>
        </a:p>
      </dgm:t>
    </dgm:pt>
    <dgm:pt modelId="{FFF5DD0E-5653-462C-A004-2D20827469C3}" type="sibTrans" cxnId="{3D68D328-F818-4E75-83CF-CCB89C104F79}">
      <dgm:prSet/>
      <dgm:spPr/>
      <dgm:t>
        <a:bodyPr/>
        <a:lstStyle/>
        <a:p>
          <a:endParaRPr lang="fr-FR" sz="1600"/>
        </a:p>
      </dgm:t>
    </dgm:pt>
    <dgm:pt modelId="{CF3DACC9-DC30-468E-8151-8541BDE26150}">
      <dgm:prSet custT="1"/>
      <dgm:spPr/>
      <dgm:t>
        <a:bodyPr/>
        <a:lstStyle/>
        <a:p>
          <a:r>
            <a:rPr lang="fr-FR" sz="1800" b="1" dirty="0"/>
            <a:t>Conversion entiers (</a:t>
          </a:r>
          <a:r>
            <a:rPr lang="fr-FR" sz="1800" b="1" dirty="0" err="1"/>
            <a:t>age</a:t>
          </a:r>
          <a:r>
            <a:rPr lang="fr-FR" sz="1800" b="1" dirty="0"/>
            <a:t>, room)</a:t>
          </a:r>
        </a:p>
      </dgm:t>
    </dgm:pt>
    <dgm:pt modelId="{050CB401-710B-484A-A000-304BCCEE4D26}" type="parTrans" cxnId="{17AB6D45-CE1E-4162-A8F7-3F6F8F865995}">
      <dgm:prSet/>
      <dgm:spPr/>
      <dgm:t>
        <a:bodyPr/>
        <a:lstStyle/>
        <a:p>
          <a:endParaRPr lang="fr-FR" sz="1600"/>
        </a:p>
      </dgm:t>
    </dgm:pt>
    <dgm:pt modelId="{63EFF768-C5B2-41DA-A643-82F241CA22A6}" type="sibTrans" cxnId="{17AB6D45-CE1E-4162-A8F7-3F6F8F865995}">
      <dgm:prSet/>
      <dgm:spPr/>
      <dgm:t>
        <a:bodyPr/>
        <a:lstStyle/>
        <a:p>
          <a:endParaRPr lang="fr-FR" sz="1600"/>
        </a:p>
      </dgm:t>
    </dgm:pt>
    <dgm:pt modelId="{8503A46D-3341-450E-A368-313E8CC6922B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convert_type_date</a:t>
          </a:r>
          <a:r>
            <a:rPr lang="fr-FR" sz="1400" dirty="0"/>
            <a:t>()</a:t>
          </a:r>
        </a:p>
      </dgm:t>
    </dgm:pt>
    <dgm:pt modelId="{E1E67AF3-9B1C-4A74-A49D-03354D72D82F}" type="parTrans" cxnId="{B97A9469-E5AE-4278-8C5A-5D47971D2433}">
      <dgm:prSet/>
      <dgm:spPr/>
      <dgm:t>
        <a:bodyPr/>
        <a:lstStyle/>
        <a:p>
          <a:endParaRPr lang="fr-FR" sz="1600"/>
        </a:p>
      </dgm:t>
    </dgm:pt>
    <dgm:pt modelId="{43D7D930-DF75-41AE-8E1C-65E5E80A92C3}" type="sibTrans" cxnId="{B97A9469-E5AE-4278-8C5A-5D47971D2433}">
      <dgm:prSet/>
      <dgm:spPr/>
      <dgm:t>
        <a:bodyPr/>
        <a:lstStyle/>
        <a:p>
          <a:endParaRPr lang="fr-FR" sz="1600"/>
        </a:p>
      </dgm:t>
    </dgm:pt>
    <dgm:pt modelId="{F99752D2-E73D-45B0-A33C-B51602B9FEA8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convert_type_float</a:t>
          </a:r>
          <a:r>
            <a:rPr lang="fr-FR" sz="1400" dirty="0"/>
            <a:t>()</a:t>
          </a:r>
        </a:p>
      </dgm:t>
    </dgm:pt>
    <dgm:pt modelId="{85EDF2C1-F042-4953-BAAF-C3FB769CFA72}" type="parTrans" cxnId="{44F055FF-3FD8-4640-AAD1-DF1E5858F2B9}">
      <dgm:prSet/>
      <dgm:spPr/>
      <dgm:t>
        <a:bodyPr/>
        <a:lstStyle/>
        <a:p>
          <a:endParaRPr lang="fr-FR" sz="1600"/>
        </a:p>
      </dgm:t>
    </dgm:pt>
    <dgm:pt modelId="{9B8E60A1-EF92-4F58-BCB6-956BB42257F3}" type="sibTrans" cxnId="{44F055FF-3FD8-4640-AAD1-DF1E5858F2B9}">
      <dgm:prSet/>
      <dgm:spPr/>
      <dgm:t>
        <a:bodyPr/>
        <a:lstStyle/>
        <a:p>
          <a:endParaRPr lang="fr-FR" sz="1600"/>
        </a:p>
      </dgm:t>
    </dgm:pt>
    <dgm:pt modelId="{6FFCCEB4-AA9C-497E-B535-A23E13C3666B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convert_type_int</a:t>
          </a:r>
          <a:r>
            <a:rPr lang="fr-FR" sz="1400" dirty="0"/>
            <a:t>()</a:t>
          </a:r>
        </a:p>
      </dgm:t>
    </dgm:pt>
    <dgm:pt modelId="{4863EFAD-03A0-48B7-918E-A76D5871F268}" type="parTrans" cxnId="{6BF7A002-734F-4E48-BE6E-C99F4C0529CC}">
      <dgm:prSet/>
      <dgm:spPr/>
      <dgm:t>
        <a:bodyPr/>
        <a:lstStyle/>
        <a:p>
          <a:endParaRPr lang="fr-FR" sz="1600"/>
        </a:p>
      </dgm:t>
    </dgm:pt>
    <dgm:pt modelId="{B40E4119-BAA4-41CF-A2F8-5C655A44B180}" type="sibTrans" cxnId="{6BF7A002-734F-4E48-BE6E-C99F4C0529CC}">
      <dgm:prSet/>
      <dgm:spPr/>
      <dgm:t>
        <a:bodyPr/>
        <a:lstStyle/>
        <a:p>
          <a:endParaRPr lang="fr-FR" sz="1600"/>
        </a:p>
      </dgm:t>
    </dgm:pt>
    <dgm:pt modelId="{5AD34BE4-AFB4-491D-B978-4146FA160EED}" type="pres">
      <dgm:prSet presAssocID="{030A18F8-BDDB-470D-9FDB-1B4C731446D6}" presName="Name0" presStyleCnt="0">
        <dgm:presLayoutVars>
          <dgm:dir/>
          <dgm:animLvl val="lvl"/>
          <dgm:resizeHandles val="exact"/>
        </dgm:presLayoutVars>
      </dgm:prSet>
      <dgm:spPr/>
    </dgm:pt>
    <dgm:pt modelId="{BBD87AED-4D03-42B5-B65A-ADD92683C3EF}" type="pres">
      <dgm:prSet presAssocID="{201B2AAF-6042-4894-9CC9-2E735F479543}" presName="composite" presStyleCnt="0"/>
      <dgm:spPr/>
    </dgm:pt>
    <dgm:pt modelId="{C993C212-4F85-4FC6-ACB1-0F391E0CE638}" type="pres">
      <dgm:prSet presAssocID="{201B2AAF-6042-4894-9CC9-2E735F4795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402A4689-5F82-4095-B160-6ED5D0524EAE}" type="pres">
      <dgm:prSet presAssocID="{201B2AAF-6042-4894-9CC9-2E735F479543}" presName="desTx" presStyleLbl="alignAccFollowNode1" presStyleIdx="0" presStyleCnt="3" custLinFactNeighborX="-47725" custLinFactNeighborY="-292">
        <dgm:presLayoutVars>
          <dgm:bulletEnabled val="1"/>
        </dgm:presLayoutVars>
      </dgm:prSet>
      <dgm:spPr/>
    </dgm:pt>
    <dgm:pt modelId="{DBF24881-1A25-4F5C-923F-BC75C4893A09}" type="pres">
      <dgm:prSet presAssocID="{B56E812C-8F3B-4F04-96E9-7089420D69CF}" presName="space" presStyleCnt="0"/>
      <dgm:spPr/>
    </dgm:pt>
    <dgm:pt modelId="{84E473B1-8B63-4F25-AE51-AD1CD5048DAD}" type="pres">
      <dgm:prSet presAssocID="{FD24F202-4695-42DF-A441-FB2108DB7DEE}" presName="composite" presStyleCnt="0"/>
      <dgm:spPr/>
    </dgm:pt>
    <dgm:pt modelId="{E287B113-DC8F-4125-BDA9-760A4D0972E0}" type="pres">
      <dgm:prSet presAssocID="{FD24F202-4695-42DF-A441-FB2108DB7DEE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4B86B3A-2E38-4840-A58F-760A1508EC85}" type="pres">
      <dgm:prSet presAssocID="{FD24F202-4695-42DF-A441-FB2108DB7DEE}" presName="desTx" presStyleLbl="alignAccFollowNode1" presStyleIdx="1" presStyleCnt="3">
        <dgm:presLayoutVars>
          <dgm:bulletEnabled val="1"/>
        </dgm:presLayoutVars>
      </dgm:prSet>
      <dgm:spPr/>
    </dgm:pt>
    <dgm:pt modelId="{3CEB41B0-B6EF-4621-8847-EFBB45A4051D}" type="pres">
      <dgm:prSet presAssocID="{7B4E381F-6A7C-4A2F-A787-FD28678EE7E7}" presName="space" presStyleCnt="0"/>
      <dgm:spPr/>
    </dgm:pt>
    <dgm:pt modelId="{D3D643C8-AF29-40B6-982C-086313E2636C}" type="pres">
      <dgm:prSet presAssocID="{2C81F785-B686-4A3D-B326-2DF8F3906836}" presName="composite" presStyleCnt="0"/>
      <dgm:spPr/>
    </dgm:pt>
    <dgm:pt modelId="{249659AD-BC72-4673-AF20-1C17D5591BAB}" type="pres">
      <dgm:prSet presAssocID="{2C81F785-B686-4A3D-B326-2DF8F3906836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F46CA606-2E3E-48EA-AE41-8449EE4FB6B7}" type="pres">
      <dgm:prSet presAssocID="{2C81F785-B686-4A3D-B326-2DF8F3906836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16A48600-D3F4-4331-A9A8-F9EC0D2FAEB8}" type="presOf" srcId="{29856A07-5D57-452D-81A1-5E46ACA9DFDE}" destId="{F4B86B3A-2E38-4840-A58F-760A1508EC85}" srcOrd="0" destOrd="9" presId="urn:microsoft.com/office/officeart/2005/8/layout/hList1"/>
    <dgm:cxn modelId="{6BF7A002-734F-4E48-BE6E-C99F4C0529CC}" srcId="{CF3DACC9-DC30-468E-8151-8541BDE26150}" destId="{6FFCCEB4-AA9C-497E-B535-A23E13C3666B}" srcOrd="0" destOrd="0" parTransId="{4863EFAD-03A0-48B7-918E-A76D5871F268}" sibTransId="{B40E4119-BAA4-41CF-A2F8-5C655A44B180}"/>
    <dgm:cxn modelId="{9E979626-8C0C-4B0D-BCEF-F549D37F7FB5}" srcId="{201B2AAF-6042-4894-9CC9-2E735F479543}" destId="{4485A37C-E31C-4560-B5E0-134899AA4E24}" srcOrd="2" destOrd="0" parTransId="{2A74A55E-07FD-4930-A626-33B823EB0FF4}" sibTransId="{544F205D-3C52-49A3-962D-263D765B043A}"/>
    <dgm:cxn modelId="{50D84827-3690-43A3-9628-9E9813E11063}" srcId="{D095DD0B-99DA-43DF-90AD-1F5037C39122}" destId="{942B0141-01F8-47DE-8A2C-70333BA0FF20}" srcOrd="0" destOrd="0" parTransId="{8027AEC6-EA8C-4C52-BF5B-46876C765949}" sibTransId="{ADC913ED-5B94-4A9A-B029-ADD792FA2CD9}"/>
    <dgm:cxn modelId="{3D68D328-F818-4E75-83CF-CCB89C104F79}" srcId="{201B2AAF-6042-4894-9CC9-2E735F479543}" destId="{1A2DB386-D502-4FC7-95CA-2EB475246A14}" srcOrd="3" destOrd="0" parTransId="{64378433-7E33-438C-9080-F6E2B80FCC36}" sibTransId="{FFF5DD0E-5653-462C-A004-2D20827469C3}"/>
    <dgm:cxn modelId="{76918829-DF2F-407B-A8D4-81AA8E8576B4}" type="presOf" srcId="{CF3DACC9-DC30-468E-8151-8541BDE26150}" destId="{402A4689-5F82-4095-B160-6ED5D0524EAE}" srcOrd="0" destOrd="8" presId="urn:microsoft.com/office/officeart/2005/8/layout/hList1"/>
    <dgm:cxn modelId="{802EA92B-454D-484B-B259-7C54B8D78AE0}" srcId="{7FAEC95F-4669-44F7-9474-179A2A08238F}" destId="{824ECD08-1530-4A8F-BA6B-324F8159AC32}" srcOrd="0" destOrd="0" parTransId="{3EA57C8E-AE56-4E77-8278-156EDC4C5349}" sibTransId="{E09F5E10-1CFE-4AB0-80A1-9FF0AA236395}"/>
    <dgm:cxn modelId="{6F25A23C-AB32-4E64-ABBF-C2D881A1387F}" srcId="{FD24F202-4695-42DF-A441-FB2108DB7DEE}" destId="{6C397841-ECB5-42F5-8608-B89728C6A873}" srcOrd="0" destOrd="0" parTransId="{84469614-6233-482E-8266-744713893455}" sibTransId="{0199EE3C-246C-4DED-98D4-90B907A527E2}"/>
    <dgm:cxn modelId="{D3F18760-AF99-4720-844A-5DAB01D7F6E8}" type="presOf" srcId="{4485A37C-E31C-4560-B5E0-134899AA4E24}" destId="{402A4689-5F82-4095-B160-6ED5D0524EAE}" srcOrd="0" destOrd="4" presId="urn:microsoft.com/office/officeart/2005/8/layout/hList1"/>
    <dgm:cxn modelId="{0D73BF60-A3DA-49AC-AD75-C34A85ED01A4}" type="presOf" srcId="{1A2DB386-D502-4FC7-95CA-2EB475246A14}" destId="{402A4689-5F82-4095-B160-6ED5D0524EAE}" srcOrd="0" destOrd="6" presId="urn:microsoft.com/office/officeart/2005/8/layout/hList1"/>
    <dgm:cxn modelId="{17AB6D45-CE1E-4162-A8F7-3F6F8F865995}" srcId="{201B2AAF-6042-4894-9CC9-2E735F479543}" destId="{CF3DACC9-DC30-468E-8151-8541BDE26150}" srcOrd="4" destOrd="0" parTransId="{050CB401-710B-484A-A000-304BCCEE4D26}" sibTransId="{63EFF768-C5B2-41DA-A643-82F241CA22A6}"/>
    <dgm:cxn modelId="{2555C846-2903-452E-BB12-A6A1B56341D8}" srcId="{2C81F785-B686-4A3D-B326-2DF8F3906836}" destId="{7FAEC95F-4669-44F7-9474-179A2A08238F}" srcOrd="0" destOrd="0" parTransId="{F628E81E-C8D4-4CB7-AA18-1826453D6E72}" sibTransId="{B9E7467F-F7FB-44DE-8788-E43020C34A49}"/>
    <dgm:cxn modelId="{B97A9469-E5AE-4278-8C5A-5D47971D2433}" srcId="{4485A37C-E31C-4560-B5E0-134899AA4E24}" destId="{8503A46D-3341-450E-A368-313E8CC6922B}" srcOrd="0" destOrd="0" parTransId="{E1E67AF3-9B1C-4A74-A49D-03354D72D82F}" sibTransId="{43D7D930-DF75-41AE-8E1C-65E5E80A92C3}"/>
    <dgm:cxn modelId="{5E15BD69-3E59-4B62-82F5-55FB3611FF96}" srcId="{3DE58DEC-1709-4C81-873A-0A800DAE5542}" destId="{4A81ADE6-DF21-46FE-A7CC-651F4694D546}" srcOrd="0" destOrd="0" parTransId="{C1954AC1-0364-49D6-AB7B-6EA090AE0C0E}" sibTransId="{DAEBCA73-1C37-4E5C-9CD7-FE50160CE6B5}"/>
    <dgm:cxn modelId="{5FDC144A-FC2E-4F85-AC93-526D3A001223}" type="presOf" srcId="{030A18F8-BDDB-470D-9FDB-1B4C731446D6}" destId="{5AD34BE4-AFB4-491D-B978-4146FA160EED}" srcOrd="0" destOrd="0" presId="urn:microsoft.com/office/officeart/2005/8/layout/hList1"/>
    <dgm:cxn modelId="{E0CA5D4C-2D2E-44FF-A044-5935B4F7D57D}" srcId="{FD24F202-4695-42DF-A441-FB2108DB7DEE}" destId="{6DD58F9E-A376-4190-81D4-80B3C00CAEE2}" srcOrd="1" destOrd="0" parTransId="{07FF3121-ECCB-4FE4-8CE2-4E715488D8DE}" sibTransId="{7C71C986-1CB3-4AAC-8612-78CF17F506C0}"/>
    <dgm:cxn modelId="{CCA30B4F-06D4-4824-BCDF-2336EC67132A}" type="presOf" srcId="{2C81F785-B686-4A3D-B326-2DF8F3906836}" destId="{249659AD-BC72-4673-AF20-1C17D5591BAB}" srcOrd="0" destOrd="0" presId="urn:microsoft.com/office/officeart/2005/8/layout/hList1"/>
    <dgm:cxn modelId="{079B6A72-04CC-478F-8C5D-9F68A36EC62F}" type="presOf" srcId="{F246A789-6AB8-49F3-89B6-B817507EBBE7}" destId="{F4B86B3A-2E38-4840-A58F-760A1508EC85}" srcOrd="0" destOrd="8" presId="urn:microsoft.com/office/officeart/2005/8/layout/hList1"/>
    <dgm:cxn modelId="{0C197453-609E-4C27-A1B8-2501E6CE261A}" type="presOf" srcId="{A499BD18-B222-4259-9DE7-B44FD861202F}" destId="{402A4689-5F82-4095-B160-6ED5D0524EAE}" srcOrd="0" destOrd="0" presId="urn:microsoft.com/office/officeart/2005/8/layout/hList1"/>
    <dgm:cxn modelId="{625E6475-36A1-4720-A472-75B745C6D3C0}" type="presOf" srcId="{7FAEC95F-4669-44F7-9474-179A2A08238F}" destId="{F46CA606-2E3E-48EA-AE41-8449EE4FB6B7}" srcOrd="0" destOrd="0" presId="urn:microsoft.com/office/officeart/2005/8/layout/hList1"/>
    <dgm:cxn modelId="{706F5B59-A260-4981-B9FD-AB314EEF605B}" srcId="{030A18F8-BDDB-470D-9FDB-1B4C731446D6}" destId="{FD24F202-4695-42DF-A441-FB2108DB7DEE}" srcOrd="1" destOrd="0" parTransId="{325A19AB-074B-4446-BDF0-6491DB2AC349}" sibTransId="{7B4E381F-6A7C-4A2F-A787-FD28678EE7E7}"/>
    <dgm:cxn modelId="{3B5D045A-C991-4CF7-8AEF-20EE1EB3636B}" srcId="{6C397841-ECB5-42F5-8608-B89728C6A873}" destId="{CFCFAC5C-DDB5-4C97-90DC-9C8308990852}" srcOrd="0" destOrd="0" parTransId="{6C7E06CA-DC8F-4ED0-8274-F5FB74D7EA54}" sibTransId="{F8967279-BF02-4582-84E9-55EB145C9680}"/>
    <dgm:cxn modelId="{0EFC4C7E-F3B7-429F-AC9D-B2D2366C08CB}" type="presOf" srcId="{FD24F202-4695-42DF-A441-FB2108DB7DEE}" destId="{E287B113-DC8F-4125-BDA9-760A4D0972E0}" srcOrd="0" destOrd="0" presId="urn:microsoft.com/office/officeart/2005/8/layout/hList1"/>
    <dgm:cxn modelId="{FD396D94-C7B2-4DDF-8BEF-4AB89086432B}" type="presOf" srcId="{CFCFAC5C-DDB5-4C97-90DC-9C8308990852}" destId="{F4B86B3A-2E38-4840-A58F-760A1508EC85}" srcOrd="0" destOrd="1" presId="urn:microsoft.com/office/officeart/2005/8/layout/hList1"/>
    <dgm:cxn modelId="{74CDC794-D146-4E47-ABD4-414BEB86A884}" srcId="{DF791F52-1D90-4C37-B92C-6C9B7C32A862}" destId="{D7D4EA6F-0C7A-411B-8F27-5187845161EE}" srcOrd="0" destOrd="0" parTransId="{73D80DDB-A2BE-4B8C-B624-8E185B691BBD}" sibTransId="{DCB86630-4A94-4576-B8C1-A1B9ABE78F98}"/>
    <dgm:cxn modelId="{0EBC7099-B03A-407A-AFC3-B1803C77D52F}" type="presOf" srcId="{6C397841-ECB5-42F5-8608-B89728C6A873}" destId="{F4B86B3A-2E38-4840-A58F-760A1508EC85}" srcOrd="0" destOrd="0" presId="urn:microsoft.com/office/officeart/2005/8/layout/hList1"/>
    <dgm:cxn modelId="{27082A9B-0885-4A34-B920-3E5CD4C2253C}" srcId="{030A18F8-BDDB-470D-9FDB-1B4C731446D6}" destId="{201B2AAF-6042-4894-9CC9-2E735F479543}" srcOrd="0" destOrd="0" parTransId="{1B640122-5F06-479F-BCB1-E92A2599104F}" sibTransId="{B56E812C-8F3B-4F04-96E9-7089420D69CF}"/>
    <dgm:cxn modelId="{B635629B-760D-4093-B028-21068AC7E76E}" srcId="{201B2AAF-6042-4894-9CC9-2E735F479543}" destId="{DF791F52-1D90-4C37-B92C-6C9B7C32A862}" srcOrd="1" destOrd="0" parTransId="{15D58020-B846-47DE-B22E-92E14E84C1DB}" sibTransId="{4CB057F2-2132-422A-A14E-6EA9D22BB3A2}"/>
    <dgm:cxn modelId="{1F9D2D9F-7ED9-4037-AA4B-7F89A8E5974F}" type="presOf" srcId="{824ECD08-1530-4A8F-BA6B-324F8159AC32}" destId="{F46CA606-2E3E-48EA-AE41-8449EE4FB6B7}" srcOrd="0" destOrd="1" presId="urn:microsoft.com/office/officeart/2005/8/layout/hList1"/>
    <dgm:cxn modelId="{C1D903A2-F3E3-4486-B03E-06C670C6510F}" type="presOf" srcId="{201B2AAF-6042-4894-9CC9-2E735F479543}" destId="{C993C212-4F85-4FC6-ACB1-0F391E0CE638}" srcOrd="0" destOrd="0" presId="urn:microsoft.com/office/officeart/2005/8/layout/hList1"/>
    <dgm:cxn modelId="{F69842AC-C3BE-4075-9BDA-B95245A34B32}" srcId="{030A18F8-BDDB-470D-9FDB-1B4C731446D6}" destId="{2C81F785-B686-4A3D-B326-2DF8F3906836}" srcOrd="2" destOrd="0" parTransId="{0E719C52-C631-4916-8DDE-257898C6D5F5}" sibTransId="{AC83E7BB-71A2-4CED-9D11-DA674D25ABE8}"/>
    <dgm:cxn modelId="{C3518BAD-E159-4A82-83BE-46917C0D11D7}" type="presOf" srcId="{FDAD7EBF-6EB6-4A8F-B871-1DEFC641C940}" destId="{F46CA606-2E3E-48EA-AE41-8449EE4FB6B7}" srcOrd="0" destOrd="3" presId="urn:microsoft.com/office/officeart/2005/8/layout/hList1"/>
    <dgm:cxn modelId="{E9F80FAF-ABF6-4BF2-BD5B-3156342EF56E}" srcId="{FD24F202-4695-42DF-A441-FB2108DB7DEE}" destId="{F246A789-6AB8-49F3-89B6-B817507EBBE7}" srcOrd="4" destOrd="0" parTransId="{E8638F18-82F4-4D1C-A06F-E8B60C969A21}" sibTransId="{E019CB8D-4CF1-4EE2-8D4C-FE84DCB62665}"/>
    <dgm:cxn modelId="{B0F50FB7-FDA9-4A1B-A4DB-866BFD8C84EF}" type="presOf" srcId="{DF791F52-1D90-4C37-B92C-6C9B7C32A862}" destId="{402A4689-5F82-4095-B160-6ED5D0524EAE}" srcOrd="0" destOrd="2" presId="urn:microsoft.com/office/officeart/2005/8/layout/hList1"/>
    <dgm:cxn modelId="{BD3D25C0-B1E3-4113-B8DE-0469CCF398B6}" srcId="{FD24F202-4695-42DF-A441-FB2108DB7DEE}" destId="{3DE58DEC-1709-4C81-873A-0A800DAE5542}" srcOrd="2" destOrd="0" parTransId="{AAE3965F-A6FD-4644-8CDC-45F8E59654E3}" sibTransId="{07ACAC39-A19B-4A77-8FF1-BF5BAACE72FC}"/>
    <dgm:cxn modelId="{FD9658C5-699C-4AE1-BBB5-3091579EFB0F}" srcId="{6DD58F9E-A376-4190-81D4-80B3C00CAEE2}" destId="{CA1DDF1C-0A59-4BFF-AA6F-7E47B8683A1E}" srcOrd="0" destOrd="0" parTransId="{32489298-94A8-4C8D-A515-B626C029D012}" sibTransId="{1509D4C3-2B0A-4AFE-8339-C9DDD25F5FF1}"/>
    <dgm:cxn modelId="{87764CCE-6F8C-4D13-9FD5-BFF34135F1B8}" srcId="{FD24F202-4695-42DF-A441-FB2108DB7DEE}" destId="{D095DD0B-99DA-43DF-90AD-1F5037C39122}" srcOrd="3" destOrd="0" parTransId="{FFC0663E-DDFB-4349-A9AE-375825534CF7}" sibTransId="{3DE8429C-AA0B-4ED0-AD76-29ACCFA2271B}"/>
    <dgm:cxn modelId="{B998DCCF-EBBF-479A-8759-E316C61C2706}" type="presOf" srcId="{3DE58DEC-1709-4C81-873A-0A800DAE5542}" destId="{F4B86B3A-2E38-4840-A58F-760A1508EC85}" srcOrd="0" destOrd="4" presId="urn:microsoft.com/office/officeart/2005/8/layout/hList1"/>
    <dgm:cxn modelId="{45FBA3D2-2F5D-4006-AEA9-1236B43E4126}" srcId="{2C81F785-B686-4A3D-B326-2DF8F3906836}" destId="{F0449551-41E8-4F0D-9337-0CF425C1ABBB}" srcOrd="1" destOrd="0" parTransId="{019F4629-8D5E-447A-8E35-C0B1F4AA270E}" sibTransId="{732C8829-24AB-4688-80DE-95C4569D75B3}"/>
    <dgm:cxn modelId="{98120BD3-53E0-48C8-ACAB-5B8374226F1E}" srcId="{201B2AAF-6042-4894-9CC9-2E735F479543}" destId="{A499BD18-B222-4259-9DE7-B44FD861202F}" srcOrd="0" destOrd="0" parTransId="{F55664BA-7D82-456D-B1F9-786CE02F2231}" sibTransId="{0FA2E3C5-16A9-4765-A693-D539E190C038}"/>
    <dgm:cxn modelId="{070170D3-F411-4824-B8B4-F1AB1D873AEC}" type="presOf" srcId="{942B0141-01F8-47DE-8A2C-70333BA0FF20}" destId="{F4B86B3A-2E38-4840-A58F-760A1508EC85}" srcOrd="0" destOrd="7" presId="urn:microsoft.com/office/officeart/2005/8/layout/hList1"/>
    <dgm:cxn modelId="{EB297DD3-6E0C-4EBC-B8E6-12BFDFF4041F}" type="presOf" srcId="{6DD58F9E-A376-4190-81D4-80B3C00CAEE2}" destId="{F4B86B3A-2E38-4840-A58F-760A1508EC85}" srcOrd="0" destOrd="2" presId="urn:microsoft.com/office/officeart/2005/8/layout/hList1"/>
    <dgm:cxn modelId="{73FFA0D6-22F7-4560-B60D-097C01891615}" srcId="{F246A789-6AB8-49F3-89B6-B817507EBBE7}" destId="{29856A07-5D57-452D-81A1-5E46ACA9DFDE}" srcOrd="0" destOrd="0" parTransId="{E32260DA-00A3-4798-84CC-FDC5C864A31D}" sibTransId="{EAD37041-E26F-46D8-902F-09F9290A3275}"/>
    <dgm:cxn modelId="{609DF0DA-909A-403E-9C90-F1447B5AACA8}" type="presOf" srcId="{F99752D2-E73D-45B0-A33C-B51602B9FEA8}" destId="{402A4689-5F82-4095-B160-6ED5D0524EAE}" srcOrd="0" destOrd="7" presId="urn:microsoft.com/office/officeart/2005/8/layout/hList1"/>
    <dgm:cxn modelId="{DCF305DF-FE55-45E4-8FDC-A7A6FA3C6BE7}" type="presOf" srcId="{F0449551-41E8-4F0D-9337-0CF425C1ABBB}" destId="{F46CA606-2E3E-48EA-AE41-8449EE4FB6B7}" srcOrd="0" destOrd="2" presId="urn:microsoft.com/office/officeart/2005/8/layout/hList1"/>
    <dgm:cxn modelId="{B85A0EE6-3E5E-493F-9E07-044AA41103BF}" type="presOf" srcId="{D7D4EA6F-0C7A-411B-8F27-5187845161EE}" destId="{402A4689-5F82-4095-B160-6ED5D0524EAE}" srcOrd="0" destOrd="3" presId="urn:microsoft.com/office/officeart/2005/8/layout/hList1"/>
    <dgm:cxn modelId="{8360BEE7-8A5D-4349-99FE-F2665E09193E}" type="presOf" srcId="{319C93F3-5BF6-4138-BB35-A6874338F356}" destId="{402A4689-5F82-4095-B160-6ED5D0524EAE}" srcOrd="0" destOrd="1" presId="urn:microsoft.com/office/officeart/2005/8/layout/hList1"/>
    <dgm:cxn modelId="{FB2212EB-AB66-417E-8E6E-EF80ED3B5C8B}" type="presOf" srcId="{D095DD0B-99DA-43DF-90AD-1F5037C39122}" destId="{F4B86B3A-2E38-4840-A58F-760A1508EC85}" srcOrd="0" destOrd="6" presId="urn:microsoft.com/office/officeart/2005/8/layout/hList1"/>
    <dgm:cxn modelId="{9E82D3EB-A792-4A46-89B2-8BF2FB6EBAF8}" type="presOf" srcId="{CA1DDF1C-0A59-4BFF-AA6F-7E47B8683A1E}" destId="{F4B86B3A-2E38-4840-A58F-760A1508EC85}" srcOrd="0" destOrd="3" presId="urn:microsoft.com/office/officeart/2005/8/layout/hList1"/>
    <dgm:cxn modelId="{2331DBF1-7CDA-4041-9034-339F1B4E852F}" srcId="{A499BD18-B222-4259-9DE7-B44FD861202F}" destId="{319C93F3-5BF6-4138-BB35-A6874338F356}" srcOrd="0" destOrd="0" parTransId="{D0A15A61-998F-461C-87D2-08845FF0C584}" sibTransId="{6E046CAF-419F-4CB1-AADA-545B29825AF0}"/>
    <dgm:cxn modelId="{7001D1F2-0B22-4049-A311-F4E64EC34808}" type="presOf" srcId="{4A81ADE6-DF21-46FE-A7CC-651F4694D546}" destId="{F4B86B3A-2E38-4840-A58F-760A1508EC85}" srcOrd="0" destOrd="5" presId="urn:microsoft.com/office/officeart/2005/8/layout/hList1"/>
    <dgm:cxn modelId="{73D248F3-A951-4718-8F89-80CB5B9E7D3E}" srcId="{F0449551-41E8-4F0D-9337-0CF425C1ABBB}" destId="{FDAD7EBF-6EB6-4A8F-B871-1DEFC641C940}" srcOrd="0" destOrd="0" parTransId="{9341EA6F-500B-47D2-8AD3-C13E99154714}" sibTransId="{41906D4A-B305-42F7-94C7-1B87BDA8765D}"/>
    <dgm:cxn modelId="{2119BDF9-6469-4182-815E-79BD1C9DAE81}" type="presOf" srcId="{8503A46D-3341-450E-A368-313E8CC6922B}" destId="{402A4689-5F82-4095-B160-6ED5D0524EAE}" srcOrd="0" destOrd="5" presId="urn:microsoft.com/office/officeart/2005/8/layout/hList1"/>
    <dgm:cxn modelId="{97F475FA-0E49-4503-9CBB-DEE060C3F806}" type="presOf" srcId="{6FFCCEB4-AA9C-497E-B535-A23E13C3666B}" destId="{402A4689-5F82-4095-B160-6ED5D0524EAE}" srcOrd="0" destOrd="9" presId="urn:microsoft.com/office/officeart/2005/8/layout/hList1"/>
    <dgm:cxn modelId="{44F055FF-3FD8-4640-AAD1-DF1E5858F2B9}" srcId="{1A2DB386-D502-4FC7-95CA-2EB475246A14}" destId="{F99752D2-E73D-45B0-A33C-B51602B9FEA8}" srcOrd="0" destOrd="0" parTransId="{85EDF2C1-F042-4953-BAAF-C3FB769CFA72}" sibTransId="{9B8E60A1-EF92-4F58-BCB6-956BB42257F3}"/>
    <dgm:cxn modelId="{52DF7125-9396-4060-B322-4D481A7DD06A}" type="presParOf" srcId="{5AD34BE4-AFB4-491D-B978-4146FA160EED}" destId="{BBD87AED-4D03-42B5-B65A-ADD92683C3EF}" srcOrd="0" destOrd="0" presId="urn:microsoft.com/office/officeart/2005/8/layout/hList1"/>
    <dgm:cxn modelId="{31373DE8-4D78-4794-AB65-D1356D7C732B}" type="presParOf" srcId="{BBD87AED-4D03-42B5-B65A-ADD92683C3EF}" destId="{C993C212-4F85-4FC6-ACB1-0F391E0CE638}" srcOrd="0" destOrd="0" presId="urn:microsoft.com/office/officeart/2005/8/layout/hList1"/>
    <dgm:cxn modelId="{0569FDEC-2407-4839-B60C-B66F324987E6}" type="presParOf" srcId="{BBD87AED-4D03-42B5-B65A-ADD92683C3EF}" destId="{402A4689-5F82-4095-B160-6ED5D0524EAE}" srcOrd="1" destOrd="0" presId="urn:microsoft.com/office/officeart/2005/8/layout/hList1"/>
    <dgm:cxn modelId="{FE02DBA2-3FC8-4DB5-B21C-0D06AC442F1B}" type="presParOf" srcId="{5AD34BE4-AFB4-491D-B978-4146FA160EED}" destId="{DBF24881-1A25-4F5C-923F-BC75C4893A09}" srcOrd="1" destOrd="0" presId="urn:microsoft.com/office/officeart/2005/8/layout/hList1"/>
    <dgm:cxn modelId="{B0449366-29AC-4A2F-AC73-6DE8D7ED64F9}" type="presParOf" srcId="{5AD34BE4-AFB4-491D-B978-4146FA160EED}" destId="{84E473B1-8B63-4F25-AE51-AD1CD5048DAD}" srcOrd="2" destOrd="0" presId="urn:microsoft.com/office/officeart/2005/8/layout/hList1"/>
    <dgm:cxn modelId="{ED748095-4E30-40F1-AF57-B62617F29408}" type="presParOf" srcId="{84E473B1-8B63-4F25-AE51-AD1CD5048DAD}" destId="{E287B113-DC8F-4125-BDA9-760A4D0972E0}" srcOrd="0" destOrd="0" presId="urn:microsoft.com/office/officeart/2005/8/layout/hList1"/>
    <dgm:cxn modelId="{ED5C35B2-86D4-4741-90B0-D88EBF90AEF3}" type="presParOf" srcId="{84E473B1-8B63-4F25-AE51-AD1CD5048DAD}" destId="{F4B86B3A-2E38-4840-A58F-760A1508EC85}" srcOrd="1" destOrd="0" presId="urn:microsoft.com/office/officeart/2005/8/layout/hList1"/>
    <dgm:cxn modelId="{0CF281C2-C203-42C9-A272-8198318B3217}" type="presParOf" srcId="{5AD34BE4-AFB4-491D-B978-4146FA160EED}" destId="{3CEB41B0-B6EF-4621-8847-EFBB45A4051D}" srcOrd="3" destOrd="0" presId="urn:microsoft.com/office/officeart/2005/8/layout/hList1"/>
    <dgm:cxn modelId="{E8BCA25C-6D1B-4FD8-AB3B-6DE78FA49217}" type="presParOf" srcId="{5AD34BE4-AFB4-491D-B978-4146FA160EED}" destId="{D3D643C8-AF29-40B6-982C-086313E2636C}" srcOrd="4" destOrd="0" presId="urn:microsoft.com/office/officeart/2005/8/layout/hList1"/>
    <dgm:cxn modelId="{68C386C5-B36C-4C01-A9C6-5738BC6EE1E5}" type="presParOf" srcId="{D3D643C8-AF29-40B6-982C-086313E2636C}" destId="{249659AD-BC72-4673-AF20-1C17D5591BAB}" srcOrd="0" destOrd="0" presId="urn:microsoft.com/office/officeart/2005/8/layout/hList1"/>
    <dgm:cxn modelId="{2557C7C0-FA4E-4365-A50B-1939677D322F}" type="presParOf" srcId="{D3D643C8-AF29-40B6-982C-086313E2636C}" destId="{F46CA606-2E3E-48EA-AE41-8449EE4FB6B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04E26BD-327B-4D1C-89CF-E099AF905FFE}" type="doc">
      <dgm:prSet loTypeId="urn:microsoft.com/office/officeart/2005/8/layout/b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F219B54-5064-4F17-A528-68414DD5FDEB}">
      <dgm:prSet phldrT="[Texte]"/>
      <dgm:spPr>
        <a:solidFill>
          <a:srgbClr val="FFC000"/>
        </a:solidFill>
        <a:ln>
          <a:solidFill>
            <a:srgbClr val="EDE9B1"/>
          </a:solidFill>
        </a:ln>
      </dgm:spPr>
      <dgm:t>
        <a:bodyPr/>
        <a:lstStyle/>
        <a:p>
          <a:r>
            <a:rPr lang="en-US" b="1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/>
        </a:p>
      </dgm:t>
    </dgm:pt>
    <dgm:pt modelId="{F134120A-C691-41A5-9B19-16EF20E80D1F}" type="parTrans" cxnId="{BDEC71E4-2147-43F7-B931-04196C8C7E07}">
      <dgm:prSet/>
      <dgm:spPr/>
      <dgm:t>
        <a:bodyPr/>
        <a:lstStyle/>
        <a:p>
          <a:endParaRPr lang="fr-FR"/>
        </a:p>
      </dgm:t>
    </dgm:pt>
    <dgm:pt modelId="{12ABFCAE-649B-4BED-956D-45074AB7AB9D}" type="sibTrans" cxnId="{BDEC71E4-2147-43F7-B931-04196C8C7E07}">
      <dgm:prSet/>
      <dgm:spPr/>
      <dgm:t>
        <a:bodyPr/>
        <a:lstStyle/>
        <a:p>
          <a:endParaRPr lang="fr-FR"/>
        </a:p>
      </dgm:t>
    </dgm:pt>
    <dgm:pt modelId="{F4603282-136D-40E1-89E5-CA2EE6D5017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dirty="0"/>
        </a:p>
      </dgm:t>
    </dgm:pt>
    <dgm:pt modelId="{C37C45D6-B9C8-439C-8399-AF830F3E3355}" type="parTrans" cxnId="{F33E764F-811A-4804-A3F7-6C2680DA9E83}">
      <dgm:prSet/>
      <dgm:spPr/>
      <dgm:t>
        <a:bodyPr/>
        <a:lstStyle/>
        <a:p>
          <a:endParaRPr lang="fr-FR"/>
        </a:p>
      </dgm:t>
    </dgm:pt>
    <dgm:pt modelId="{D083E516-79A9-42AE-913B-AE1074AC0BB3}" type="sibTrans" cxnId="{F33E764F-811A-4804-A3F7-6C2680DA9E83}">
      <dgm:prSet/>
      <dgm:spPr/>
      <dgm:t>
        <a:bodyPr/>
        <a:lstStyle/>
        <a:p>
          <a:endParaRPr lang="fr-FR"/>
        </a:p>
      </dgm:t>
    </dgm:pt>
    <dgm:pt modelId="{0A7E40FF-FE21-430A-B249-9422D975E0C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dirty="0"/>
        </a:p>
      </dgm:t>
    </dgm:pt>
    <dgm:pt modelId="{C8E4C267-67DB-4B20-BC7E-F1D028F15F3F}" type="parTrans" cxnId="{1A4CA1EF-2AF2-4BB6-A22B-7143BB2A245F}">
      <dgm:prSet/>
      <dgm:spPr/>
      <dgm:t>
        <a:bodyPr/>
        <a:lstStyle/>
        <a:p>
          <a:endParaRPr lang="fr-FR"/>
        </a:p>
      </dgm:t>
    </dgm:pt>
    <dgm:pt modelId="{5581A62D-10DC-42E8-AECC-552E41EA41ED}" type="sibTrans" cxnId="{1A4CA1EF-2AF2-4BB6-A22B-7143BB2A245F}">
      <dgm:prSet/>
      <dgm:spPr/>
      <dgm:t>
        <a:bodyPr/>
        <a:lstStyle/>
        <a:p>
          <a:endParaRPr lang="fr-FR"/>
        </a:p>
      </dgm:t>
    </dgm:pt>
    <dgm:pt modelId="{4FF16969-F6EF-4CEF-B080-C7C98C57FD96}">
      <dgm:prSet phldrT="[Texte]"/>
      <dgm:spPr>
        <a:solidFill>
          <a:srgbClr val="F2633C"/>
        </a:solidFill>
        <a:ln>
          <a:solidFill>
            <a:srgbClr val="FF3B3B"/>
          </a:solidFill>
        </a:ln>
      </dgm:spPr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dirty="0"/>
        </a:p>
      </dgm:t>
    </dgm:pt>
    <dgm:pt modelId="{579DD5AC-1694-44A0-A2E2-8FA8A61C3AFE}" type="parTrans" cxnId="{80D578AE-D029-4A63-AE02-78C6B8CC83FB}">
      <dgm:prSet/>
      <dgm:spPr/>
      <dgm:t>
        <a:bodyPr/>
        <a:lstStyle/>
        <a:p>
          <a:endParaRPr lang="fr-FR"/>
        </a:p>
      </dgm:t>
    </dgm:pt>
    <dgm:pt modelId="{F51318F8-4530-4BC9-A063-75169B8AB9BE}" type="sibTrans" cxnId="{80D578AE-D029-4A63-AE02-78C6B8CC83FB}">
      <dgm:prSet/>
      <dgm:spPr/>
      <dgm:t>
        <a:bodyPr/>
        <a:lstStyle/>
        <a:p>
          <a:endParaRPr lang="fr-FR"/>
        </a:p>
      </dgm:t>
    </dgm:pt>
    <dgm:pt modelId="{C3F1491F-4E37-467E-8D68-664C383B7BD4}">
      <dgm:prSet custT="1"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r>
            <a:rPr lang="en-US" sz="1200" i="1" dirty="0">
              <a:solidFill>
                <a:srgbClr val="FFC000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1200" dirty="0">
            <a:solidFill>
              <a:srgbClr val="FFC000"/>
            </a:solidFill>
          </a:endParaRPr>
        </a:p>
      </dgm:t>
    </dgm:pt>
    <dgm:pt modelId="{3AFCE3C2-C12D-45BE-842C-F81EE18E027B}" type="parTrans" cxnId="{768B099E-7E71-4D38-9529-71D249FA82D8}">
      <dgm:prSet/>
      <dgm:spPr/>
      <dgm:t>
        <a:bodyPr/>
        <a:lstStyle/>
        <a:p>
          <a:endParaRPr lang="fr-FR"/>
        </a:p>
      </dgm:t>
    </dgm:pt>
    <dgm:pt modelId="{FCBF1D7C-F79A-49AE-A8C9-B91574F3137B}" type="sibTrans" cxnId="{768B099E-7E71-4D38-9529-71D249FA82D8}">
      <dgm:prSet/>
      <dgm:spPr/>
      <dgm:t>
        <a:bodyPr/>
        <a:lstStyle/>
        <a:p>
          <a:endParaRPr lang="fr-FR"/>
        </a:p>
      </dgm:t>
    </dgm:pt>
    <dgm:pt modelId="{CD138B75-058B-4F38-B9B8-D4875251124D}">
      <dgm:prSet custT="1"/>
      <dgm:spPr/>
      <dgm:t>
        <a:bodyPr/>
        <a:lstStyle/>
        <a:p>
          <a:pPr>
            <a:buNone/>
          </a:pPr>
          <a:r>
            <a:rPr lang="en-US" sz="1200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1200" dirty="0">
            <a:solidFill>
              <a:srgbClr val="43CAD2"/>
            </a:solidFill>
          </a:endParaRPr>
        </a:p>
      </dgm:t>
    </dgm:pt>
    <dgm:pt modelId="{EEF4435D-18D6-4B2D-92D4-C84FDBF9959A}" type="parTrans" cxnId="{5E10D985-FB9E-4AB3-8AD5-7F317B434EBD}">
      <dgm:prSet/>
      <dgm:spPr/>
      <dgm:t>
        <a:bodyPr/>
        <a:lstStyle/>
        <a:p>
          <a:endParaRPr lang="fr-FR"/>
        </a:p>
      </dgm:t>
    </dgm:pt>
    <dgm:pt modelId="{9B0032AB-6B07-4219-B126-1E9831EA95C5}" type="sibTrans" cxnId="{5E10D985-FB9E-4AB3-8AD5-7F317B434EBD}">
      <dgm:prSet/>
      <dgm:spPr/>
      <dgm:t>
        <a:bodyPr/>
        <a:lstStyle/>
        <a:p>
          <a:endParaRPr lang="fr-FR"/>
        </a:p>
      </dgm:t>
    </dgm:pt>
    <dgm:pt modelId="{1FA1EDE0-E676-4DFA-89FB-41E67647E577}">
      <dgm:prSet custT="1"/>
      <dgm:spPr/>
      <dgm:t>
        <a:bodyPr/>
        <a:lstStyle/>
        <a:p>
          <a:pPr>
            <a:buNone/>
          </a:pPr>
          <a:r>
            <a:rPr lang="en-US" sz="1200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1200" dirty="0">
            <a:solidFill>
              <a:srgbClr val="43CAD2"/>
            </a:solidFill>
          </a:endParaRPr>
        </a:p>
      </dgm:t>
    </dgm:pt>
    <dgm:pt modelId="{561D2731-F204-4C56-A40F-1B5EE751262E}" type="parTrans" cxnId="{36B6F5C9-CC2C-49F4-A28D-EA08C09106DA}">
      <dgm:prSet/>
      <dgm:spPr/>
      <dgm:t>
        <a:bodyPr/>
        <a:lstStyle/>
        <a:p>
          <a:endParaRPr lang="fr-FR"/>
        </a:p>
      </dgm:t>
    </dgm:pt>
    <dgm:pt modelId="{38FCB241-DE06-4539-8996-A7DA164AC987}" type="sibTrans" cxnId="{36B6F5C9-CC2C-49F4-A28D-EA08C09106DA}">
      <dgm:prSet/>
      <dgm:spPr/>
      <dgm:t>
        <a:bodyPr/>
        <a:lstStyle/>
        <a:p>
          <a:endParaRPr lang="fr-FR"/>
        </a:p>
      </dgm:t>
    </dgm:pt>
    <dgm:pt modelId="{AFEA953E-C6A1-4781-8F93-FC9D701487C3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dirty="0">
            <a:solidFill>
              <a:srgbClr val="4EB294"/>
            </a:solidFill>
          </a:endParaRPr>
        </a:p>
      </dgm:t>
    </dgm:pt>
    <dgm:pt modelId="{996F3F3D-B5E8-4DD4-85A9-209159C4B308}" type="parTrans" cxnId="{8D033F14-76F5-4549-A1C7-8C3B3BF543A0}">
      <dgm:prSet/>
      <dgm:spPr/>
      <dgm:t>
        <a:bodyPr/>
        <a:lstStyle/>
        <a:p>
          <a:endParaRPr lang="fr-FR"/>
        </a:p>
      </dgm:t>
    </dgm:pt>
    <dgm:pt modelId="{E3F5332A-343B-4222-88F4-B01C4F953231}" type="sibTrans" cxnId="{8D033F14-76F5-4549-A1C7-8C3B3BF543A0}">
      <dgm:prSet/>
      <dgm:spPr/>
      <dgm:t>
        <a:bodyPr/>
        <a:lstStyle/>
        <a:p>
          <a:endParaRPr lang="fr-FR"/>
        </a:p>
      </dgm:t>
    </dgm:pt>
    <dgm:pt modelId="{10434D8D-C75E-44BA-BF38-0F8538F706AD}">
      <dgm:prSet/>
      <dgm:spPr>
        <a:ln>
          <a:solidFill>
            <a:srgbClr val="FF3B3B"/>
          </a:solidFill>
        </a:ln>
      </dgm:spPr>
      <dgm:t>
        <a:bodyPr/>
        <a:lstStyle/>
        <a:p>
          <a:pPr>
            <a:buNone/>
          </a:pPr>
          <a:r>
            <a:rPr lang="en-US" i="1" dirty="0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i="1" dirty="0" err="1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dirty="0">
            <a:solidFill>
              <a:srgbClr val="FF3B3B"/>
            </a:solidFill>
          </a:endParaRPr>
        </a:p>
      </dgm:t>
    </dgm:pt>
    <dgm:pt modelId="{690ADF16-3308-42BB-9F60-7CE2062ACB7B}" type="parTrans" cxnId="{CCD5E116-C629-41CA-8010-37C0AE40E133}">
      <dgm:prSet/>
      <dgm:spPr/>
      <dgm:t>
        <a:bodyPr/>
        <a:lstStyle/>
        <a:p>
          <a:endParaRPr lang="fr-FR"/>
        </a:p>
      </dgm:t>
    </dgm:pt>
    <dgm:pt modelId="{6789E356-D8E7-4E34-A166-8064717023DD}" type="sibTrans" cxnId="{CCD5E116-C629-41CA-8010-37C0AE40E133}">
      <dgm:prSet/>
      <dgm:spPr/>
      <dgm:t>
        <a:bodyPr/>
        <a:lstStyle/>
        <a:p>
          <a:endParaRPr lang="fr-FR"/>
        </a:p>
      </dgm:t>
    </dgm:pt>
    <dgm:pt modelId="{8310D0C0-725E-4697-B72C-684E6A3687A9}">
      <dgm:prSet custT="1"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1200" dirty="0">
            <a:solidFill>
              <a:srgbClr val="3C86BF"/>
            </a:solidFill>
          </a:endParaRPr>
        </a:p>
      </dgm:t>
    </dgm:pt>
    <dgm:pt modelId="{D4E5EC50-E00B-4E4E-BE87-E1B376C49F14}" type="parTrans" cxnId="{586AA9FB-BE87-4B8C-B439-859D283B579D}">
      <dgm:prSet/>
      <dgm:spPr/>
      <dgm:t>
        <a:bodyPr/>
        <a:lstStyle/>
        <a:p>
          <a:endParaRPr lang="fr-FR"/>
        </a:p>
      </dgm:t>
    </dgm:pt>
    <dgm:pt modelId="{F90A4603-5DCD-4473-8028-0EA340C53371}" type="sibTrans" cxnId="{586AA9FB-BE87-4B8C-B439-859D283B579D}">
      <dgm:prSet/>
      <dgm:spPr/>
      <dgm:t>
        <a:bodyPr/>
        <a:lstStyle/>
        <a:p>
          <a:endParaRPr lang="fr-FR"/>
        </a:p>
      </dgm:t>
    </dgm:pt>
    <dgm:pt modelId="{4DDEC4A5-935F-4DF0-B471-91141BC32574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1200" dirty="0">
            <a:solidFill>
              <a:srgbClr val="3C86BF"/>
            </a:solidFill>
          </a:endParaRPr>
        </a:p>
      </dgm:t>
    </dgm:pt>
    <dgm:pt modelId="{0F7CFFAB-186E-40F4-9FE4-123D647CB69E}" type="parTrans" cxnId="{C6976435-8609-4FCC-AD08-75F750530142}">
      <dgm:prSet/>
      <dgm:spPr/>
      <dgm:t>
        <a:bodyPr/>
        <a:lstStyle/>
        <a:p>
          <a:endParaRPr lang="fr-FR"/>
        </a:p>
      </dgm:t>
    </dgm:pt>
    <dgm:pt modelId="{1C8B3B24-D139-4049-9DB3-EF1267A652ED}" type="sibTrans" cxnId="{C6976435-8609-4FCC-AD08-75F750530142}">
      <dgm:prSet/>
      <dgm:spPr/>
      <dgm:t>
        <a:bodyPr/>
        <a:lstStyle/>
        <a:p>
          <a:endParaRPr lang="fr-FR"/>
        </a:p>
      </dgm:t>
    </dgm:pt>
    <dgm:pt modelId="{BF4D75D9-1AC6-4B2F-B81A-405949298FE2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1200" dirty="0">
            <a:solidFill>
              <a:srgbClr val="3C86BF"/>
            </a:solidFill>
          </a:endParaRPr>
        </a:p>
      </dgm:t>
    </dgm:pt>
    <dgm:pt modelId="{01E26846-7030-4AA0-915B-B8E65187EE8B}" type="parTrans" cxnId="{8D07B84E-4B75-4A3E-9AAF-5F4907E763C7}">
      <dgm:prSet/>
      <dgm:spPr/>
      <dgm:t>
        <a:bodyPr/>
        <a:lstStyle/>
        <a:p>
          <a:endParaRPr lang="fr-FR"/>
        </a:p>
      </dgm:t>
    </dgm:pt>
    <dgm:pt modelId="{21E55015-99E0-47D7-8C78-3B71DBCC7B5F}" type="sibTrans" cxnId="{8D07B84E-4B75-4A3E-9AAF-5F4907E763C7}">
      <dgm:prSet/>
      <dgm:spPr/>
      <dgm:t>
        <a:bodyPr/>
        <a:lstStyle/>
        <a:p>
          <a:endParaRPr lang="fr-FR"/>
        </a:p>
      </dgm:t>
    </dgm:pt>
    <dgm:pt modelId="{BC7DB84A-EB65-4A5D-8C49-FD3021A472C8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1200" dirty="0">
            <a:solidFill>
              <a:srgbClr val="3C86BF"/>
            </a:solidFill>
          </a:endParaRPr>
        </a:p>
      </dgm:t>
    </dgm:pt>
    <dgm:pt modelId="{8E286B2B-4227-4147-B64C-585B1ECA1C2D}" type="parTrans" cxnId="{AA9FA7F6-077E-44AE-9368-996AA8A0348A}">
      <dgm:prSet/>
      <dgm:spPr/>
      <dgm:t>
        <a:bodyPr/>
        <a:lstStyle/>
        <a:p>
          <a:endParaRPr lang="fr-FR"/>
        </a:p>
      </dgm:t>
    </dgm:pt>
    <dgm:pt modelId="{19DCF6C5-E29F-44BC-A0AA-6F6C0952FFDA}" type="sibTrans" cxnId="{AA9FA7F6-077E-44AE-9368-996AA8A0348A}">
      <dgm:prSet/>
      <dgm:spPr/>
      <dgm:t>
        <a:bodyPr/>
        <a:lstStyle/>
        <a:p>
          <a:endParaRPr lang="fr-FR"/>
        </a:p>
      </dgm:t>
    </dgm:pt>
    <dgm:pt modelId="{239A9148-2789-44D7-B8BF-AF05978527B6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dates</a:t>
          </a:r>
          <a:endParaRPr lang="fr-FR" sz="1200" dirty="0">
            <a:solidFill>
              <a:srgbClr val="3C86BF"/>
            </a:solidFill>
          </a:endParaRPr>
        </a:p>
      </dgm:t>
    </dgm:pt>
    <dgm:pt modelId="{CA2FA502-E9F4-4D03-9273-82474083C927}" type="parTrans" cxnId="{0F684C2D-55AD-45F1-8EF7-AAE980C6A056}">
      <dgm:prSet/>
      <dgm:spPr/>
      <dgm:t>
        <a:bodyPr/>
        <a:lstStyle/>
        <a:p>
          <a:endParaRPr lang="fr-FR"/>
        </a:p>
      </dgm:t>
    </dgm:pt>
    <dgm:pt modelId="{C5898DCA-9E48-4E1A-9E88-4B094EA6F2BB}" type="sibTrans" cxnId="{0F684C2D-55AD-45F1-8EF7-AAE980C6A056}">
      <dgm:prSet/>
      <dgm:spPr/>
      <dgm:t>
        <a:bodyPr/>
        <a:lstStyle/>
        <a:p>
          <a:endParaRPr lang="fr-FR"/>
        </a:p>
      </dgm:t>
    </dgm:pt>
    <dgm:pt modelId="{1F3D2524-8EF2-4928-97E3-EDB1AB139677}">
      <dgm:prSet custT="1"/>
      <dgm:spPr/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1200" dirty="0">
            <a:solidFill>
              <a:srgbClr val="43CAD2"/>
            </a:solidFill>
          </a:endParaRPr>
        </a:p>
      </dgm:t>
    </dgm:pt>
    <dgm:pt modelId="{E6357722-E711-4E0C-81EE-1C1E5B3EA684}" type="parTrans" cxnId="{169D213B-A5B6-4C68-A1D0-0FF0047989EB}">
      <dgm:prSet/>
      <dgm:spPr/>
      <dgm:t>
        <a:bodyPr/>
        <a:lstStyle/>
        <a:p>
          <a:endParaRPr lang="fr-FR"/>
        </a:p>
      </dgm:t>
    </dgm:pt>
    <dgm:pt modelId="{A685B1D0-40F5-424B-8AF1-F7B9C781092F}" type="sibTrans" cxnId="{169D213B-A5B6-4C68-A1D0-0FF0047989EB}">
      <dgm:prSet/>
      <dgm:spPr/>
      <dgm:t>
        <a:bodyPr/>
        <a:lstStyle/>
        <a:p>
          <a:endParaRPr lang="fr-FR"/>
        </a:p>
      </dgm:t>
    </dgm:pt>
    <dgm:pt modelId="{F971FC50-C9D6-4E56-8E88-2AC291B3B47A}">
      <dgm:prSet custT="1"/>
      <dgm:spPr/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1200" dirty="0">
            <a:solidFill>
              <a:srgbClr val="43CAD2"/>
            </a:solidFill>
          </a:endParaRPr>
        </a:p>
      </dgm:t>
    </dgm:pt>
    <dgm:pt modelId="{88C94048-7123-4A2B-97AF-AA650804BA00}" type="parTrans" cxnId="{B34834AE-0D28-4860-9457-523F972D1126}">
      <dgm:prSet/>
      <dgm:spPr/>
      <dgm:t>
        <a:bodyPr/>
        <a:lstStyle/>
        <a:p>
          <a:endParaRPr lang="fr-FR"/>
        </a:p>
      </dgm:t>
    </dgm:pt>
    <dgm:pt modelId="{E95FC4E8-3377-45D9-950C-8997E482F281}" type="sibTrans" cxnId="{B34834AE-0D28-4860-9457-523F972D1126}">
      <dgm:prSet/>
      <dgm:spPr/>
      <dgm:t>
        <a:bodyPr/>
        <a:lstStyle/>
        <a:p>
          <a:endParaRPr lang="fr-FR"/>
        </a:p>
      </dgm:t>
    </dgm:pt>
    <dgm:pt modelId="{51C3CC5D-BD62-4593-95DB-4132571065DC}">
      <dgm:prSet custT="1"/>
      <dgm:spPr/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docs =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1200" dirty="0">
            <a:solidFill>
              <a:srgbClr val="43CAD2"/>
            </a:solidFill>
          </a:endParaRPr>
        </a:p>
      </dgm:t>
    </dgm:pt>
    <dgm:pt modelId="{3F246C95-BAD5-44AC-975D-DE95CEF5EDED}" type="parTrans" cxnId="{AE04AD77-558F-454A-BDC3-85D3D70B0254}">
      <dgm:prSet/>
      <dgm:spPr/>
      <dgm:t>
        <a:bodyPr/>
        <a:lstStyle/>
        <a:p>
          <a:endParaRPr lang="fr-FR"/>
        </a:p>
      </dgm:t>
    </dgm:pt>
    <dgm:pt modelId="{464A018B-1FC1-4CA4-B776-B556E715D98C}" type="sibTrans" cxnId="{AE04AD77-558F-454A-BDC3-85D3D70B0254}">
      <dgm:prSet/>
      <dgm:spPr/>
      <dgm:t>
        <a:bodyPr/>
        <a:lstStyle/>
        <a:p>
          <a:endParaRPr lang="fr-FR"/>
        </a:p>
      </dgm:t>
    </dgm:pt>
    <dgm:pt modelId="{4BC7BEA4-73E9-4250-BE92-E7965EF107B4}">
      <dgm:prSet custT="1"/>
      <dgm:spPr/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</a:t>
          </a:r>
          <a:endParaRPr lang="fr-FR" sz="1200" dirty="0">
            <a:solidFill>
              <a:srgbClr val="43CAD2"/>
            </a:solidFill>
          </a:endParaRPr>
        </a:p>
      </dgm:t>
    </dgm:pt>
    <dgm:pt modelId="{DF11C1DB-F83B-4533-B0D8-D5EF5CB394DA}" type="parTrans" cxnId="{DE50EDA4-7814-4305-85CA-4862682CF06A}">
      <dgm:prSet/>
      <dgm:spPr/>
      <dgm:t>
        <a:bodyPr/>
        <a:lstStyle/>
        <a:p>
          <a:endParaRPr lang="fr-FR"/>
        </a:p>
      </dgm:t>
    </dgm:pt>
    <dgm:pt modelId="{4D98C695-2FA5-441F-AC46-1A89EBF78D1E}" type="sibTrans" cxnId="{DE50EDA4-7814-4305-85CA-4862682CF06A}">
      <dgm:prSet/>
      <dgm:spPr/>
      <dgm:t>
        <a:bodyPr/>
        <a:lstStyle/>
        <a:p>
          <a:endParaRPr lang="fr-FR"/>
        </a:p>
      </dgm:t>
    </dgm:pt>
    <dgm:pt modelId="{828AF28B-ECDF-48E4-91B0-92A6B5CC8F9C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dirty="0">
            <a:solidFill>
              <a:srgbClr val="4EB294"/>
            </a:solidFill>
          </a:endParaRPr>
        </a:p>
      </dgm:t>
    </dgm:pt>
    <dgm:pt modelId="{B20C4DB5-0DCA-4ECD-9086-0E1E51CCC81B}" type="parTrans" cxnId="{7E195FE2-8B6A-4AF4-9DE4-237A97ED2040}">
      <dgm:prSet/>
      <dgm:spPr/>
      <dgm:t>
        <a:bodyPr/>
        <a:lstStyle/>
        <a:p>
          <a:endParaRPr lang="fr-FR"/>
        </a:p>
      </dgm:t>
    </dgm:pt>
    <dgm:pt modelId="{37228E9B-25BA-4F52-A9AC-340005366D1E}" type="sibTrans" cxnId="{7E195FE2-8B6A-4AF4-9DE4-237A97ED2040}">
      <dgm:prSet/>
      <dgm:spPr/>
      <dgm:t>
        <a:bodyPr/>
        <a:lstStyle/>
        <a:p>
          <a:endParaRPr lang="fr-FR"/>
        </a:p>
      </dgm:t>
    </dgm:pt>
    <dgm:pt modelId="{15D938F7-2098-49D1-B738-F5358B2A7779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dirty="0">
            <a:solidFill>
              <a:srgbClr val="4EB294"/>
            </a:solidFill>
          </a:endParaRPr>
        </a:p>
      </dgm:t>
    </dgm:pt>
    <dgm:pt modelId="{DE4219BD-D0B5-4A3C-ACFB-95CB98DB3552}" type="parTrans" cxnId="{E51D5AAC-1485-40C5-B5CB-B60634D0E6A4}">
      <dgm:prSet/>
      <dgm:spPr/>
      <dgm:t>
        <a:bodyPr/>
        <a:lstStyle/>
        <a:p>
          <a:endParaRPr lang="fr-FR"/>
        </a:p>
      </dgm:t>
    </dgm:pt>
    <dgm:pt modelId="{B05E092A-5E20-4674-9E06-C9105FC11EA4}" type="sibTrans" cxnId="{E51D5AAC-1485-40C5-B5CB-B60634D0E6A4}">
      <dgm:prSet/>
      <dgm:spPr/>
      <dgm:t>
        <a:bodyPr/>
        <a:lstStyle/>
        <a:p>
          <a:endParaRPr lang="fr-FR"/>
        </a:p>
      </dgm:t>
    </dgm:pt>
    <dgm:pt modelId="{AD9D8420-8310-43B2-965A-04ABF91EA07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dirty="0">
            <a:solidFill>
              <a:srgbClr val="4EB294"/>
            </a:solidFill>
          </a:endParaRPr>
        </a:p>
      </dgm:t>
    </dgm:pt>
    <dgm:pt modelId="{2025C042-ED71-46CE-9BA8-64B9A615B207}" type="parTrans" cxnId="{30583542-78D5-43E5-977D-B0CC0B21AF21}">
      <dgm:prSet/>
      <dgm:spPr/>
      <dgm:t>
        <a:bodyPr/>
        <a:lstStyle/>
        <a:p>
          <a:endParaRPr lang="fr-FR"/>
        </a:p>
      </dgm:t>
    </dgm:pt>
    <dgm:pt modelId="{B48612B0-0482-4426-A4A5-08BEBE9F1A35}" type="sibTrans" cxnId="{30583542-78D5-43E5-977D-B0CC0B21AF21}">
      <dgm:prSet/>
      <dgm:spPr/>
      <dgm:t>
        <a:bodyPr/>
        <a:lstStyle/>
        <a:p>
          <a:endParaRPr lang="fr-FR"/>
        </a:p>
      </dgm:t>
    </dgm:pt>
    <dgm:pt modelId="{CCA5D855-8569-421E-8B25-09ACCFB8E02F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dirty="0">
            <a:solidFill>
              <a:srgbClr val="468B58"/>
            </a:solidFill>
          </a:endParaRPr>
        </a:p>
      </dgm:t>
    </dgm:pt>
    <dgm:pt modelId="{933998D5-FAEC-4D86-982B-C6DC52994D25}" type="parTrans" cxnId="{D718C9E5-C84B-43CE-976F-EAF910A3026A}">
      <dgm:prSet/>
      <dgm:spPr/>
      <dgm:t>
        <a:bodyPr/>
        <a:lstStyle/>
        <a:p>
          <a:endParaRPr lang="fr-FR"/>
        </a:p>
      </dgm:t>
    </dgm:pt>
    <dgm:pt modelId="{F69C78A8-CC1D-466E-A7B3-2C8E9B3C3EEF}" type="sibTrans" cxnId="{D718C9E5-C84B-43CE-976F-EAF910A3026A}">
      <dgm:prSet/>
      <dgm:spPr/>
      <dgm:t>
        <a:bodyPr/>
        <a:lstStyle/>
        <a:p>
          <a:endParaRPr lang="fr-FR"/>
        </a:p>
      </dgm:t>
    </dgm:pt>
    <dgm:pt modelId="{5264988A-1525-46DE-8718-2C0332F20F8A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dirty="0">
            <a:solidFill>
              <a:srgbClr val="468B58"/>
            </a:solidFill>
          </a:endParaRPr>
        </a:p>
      </dgm:t>
    </dgm:pt>
    <dgm:pt modelId="{2217190E-2E83-4D80-B1AD-0C3D956743E2}" type="parTrans" cxnId="{0940F02A-9DB4-4DF1-A82A-B8ECD1CBDCA1}">
      <dgm:prSet/>
      <dgm:spPr/>
      <dgm:t>
        <a:bodyPr/>
        <a:lstStyle/>
        <a:p>
          <a:endParaRPr lang="fr-FR"/>
        </a:p>
      </dgm:t>
    </dgm:pt>
    <dgm:pt modelId="{9376E62F-8393-4950-B487-FF5628EE474E}" type="sibTrans" cxnId="{0940F02A-9DB4-4DF1-A82A-B8ECD1CBDCA1}">
      <dgm:prSet/>
      <dgm:spPr/>
      <dgm:t>
        <a:bodyPr/>
        <a:lstStyle/>
        <a:p>
          <a:endParaRPr lang="fr-FR"/>
        </a:p>
      </dgm:t>
    </dgm:pt>
    <dgm:pt modelId="{F840FCFB-4DEA-4E70-A726-A8FDD25B44D4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dirty="0">
            <a:solidFill>
              <a:srgbClr val="468B58"/>
            </a:solidFill>
          </a:endParaRPr>
        </a:p>
      </dgm:t>
    </dgm:pt>
    <dgm:pt modelId="{00A59775-F8DA-401D-9658-A7595240AC06}" type="parTrans" cxnId="{DAB04FFD-0524-426B-8140-B10CF2DE25C3}">
      <dgm:prSet/>
      <dgm:spPr/>
      <dgm:t>
        <a:bodyPr/>
        <a:lstStyle/>
        <a:p>
          <a:endParaRPr lang="fr-FR"/>
        </a:p>
      </dgm:t>
    </dgm:pt>
    <dgm:pt modelId="{EE8D9DB0-5120-43B1-AEEF-F95FCD6C4A86}" type="sibTrans" cxnId="{DAB04FFD-0524-426B-8140-B10CF2DE25C3}">
      <dgm:prSet/>
      <dgm:spPr/>
      <dgm:t>
        <a:bodyPr/>
        <a:lstStyle/>
        <a:p>
          <a:endParaRPr lang="fr-FR"/>
        </a:p>
      </dgm:t>
    </dgm:pt>
    <dgm:pt modelId="{3B1BADC0-B96F-4A79-8F1E-219C7E0D6FA1}">
      <dgm:prSet/>
      <dgm:spPr>
        <a:ln>
          <a:solidFill>
            <a:srgbClr val="FF3B3B"/>
          </a:solidFill>
        </a:ln>
      </dgm:spPr>
      <dgm:t>
        <a:bodyPr/>
        <a:lstStyle/>
        <a:p>
          <a:pPr>
            <a:buNone/>
          </a:pPr>
          <a:endParaRPr lang="fr-FR" dirty="0">
            <a:solidFill>
              <a:srgbClr val="468B58"/>
            </a:solidFill>
          </a:endParaRPr>
        </a:p>
      </dgm:t>
    </dgm:pt>
    <dgm:pt modelId="{1148F8D2-E3D0-465D-AA64-55B2A22BB3DA}" type="parTrans" cxnId="{67CD60F8-6773-4DE8-8312-716DCC560BD4}">
      <dgm:prSet/>
      <dgm:spPr/>
      <dgm:t>
        <a:bodyPr/>
        <a:lstStyle/>
        <a:p>
          <a:endParaRPr lang="fr-FR"/>
        </a:p>
      </dgm:t>
    </dgm:pt>
    <dgm:pt modelId="{DC73D023-6FAF-4A9D-A847-3B88F738C6F4}" type="sibTrans" cxnId="{67CD60F8-6773-4DE8-8312-716DCC560BD4}">
      <dgm:prSet/>
      <dgm:spPr/>
      <dgm:t>
        <a:bodyPr/>
        <a:lstStyle/>
        <a:p>
          <a:endParaRPr lang="fr-FR"/>
        </a:p>
      </dgm:t>
    </dgm:pt>
    <dgm:pt modelId="{468B6C1D-8866-4E62-B1CA-02EB4B806EA8}">
      <dgm:prSet/>
      <dgm:spPr/>
      <dgm:t>
        <a:bodyPr/>
        <a:lstStyle/>
        <a:p>
          <a:pPr>
            <a:buNone/>
          </a:pPr>
          <a:endParaRPr lang="fr-FR" dirty="0">
            <a:solidFill>
              <a:srgbClr val="4EB294"/>
            </a:solidFill>
          </a:endParaRPr>
        </a:p>
      </dgm:t>
    </dgm:pt>
    <dgm:pt modelId="{F5FF0114-F085-4E9D-B395-61332DB93E75}" type="parTrans" cxnId="{A73CC051-E62A-434C-B10D-FD54011693A1}">
      <dgm:prSet/>
      <dgm:spPr/>
      <dgm:t>
        <a:bodyPr/>
        <a:lstStyle/>
        <a:p>
          <a:endParaRPr lang="fr-FR"/>
        </a:p>
      </dgm:t>
    </dgm:pt>
    <dgm:pt modelId="{D31B1226-E59A-4E5C-A242-7649EE63E784}" type="sibTrans" cxnId="{A73CC051-E62A-434C-B10D-FD54011693A1}">
      <dgm:prSet/>
      <dgm:spPr/>
      <dgm:t>
        <a:bodyPr/>
        <a:lstStyle/>
        <a:p>
          <a:endParaRPr lang="fr-FR"/>
        </a:p>
      </dgm:t>
    </dgm:pt>
    <dgm:pt modelId="{DE8845FE-FAB1-4314-AFE7-E17320F81949}">
      <dgm:prSet custT="1"/>
      <dgm:spPr/>
      <dgm:t>
        <a:bodyPr/>
        <a:lstStyle/>
        <a:p>
          <a:pPr>
            <a:buNone/>
          </a:pPr>
          <a:endParaRPr lang="fr-FR" sz="1200" dirty="0">
            <a:solidFill>
              <a:srgbClr val="43CAD2"/>
            </a:solidFill>
          </a:endParaRPr>
        </a:p>
      </dgm:t>
    </dgm:pt>
    <dgm:pt modelId="{9D7C2319-71F4-4F2F-B39C-188B31662AB4}" type="parTrans" cxnId="{B109B65E-DF0B-46C4-AB62-B06E7F342144}">
      <dgm:prSet/>
      <dgm:spPr/>
      <dgm:t>
        <a:bodyPr/>
        <a:lstStyle/>
        <a:p>
          <a:endParaRPr lang="fr-FR"/>
        </a:p>
      </dgm:t>
    </dgm:pt>
    <dgm:pt modelId="{CC2D5AAC-DCA1-4908-B9FD-1025E74148F8}" type="sibTrans" cxnId="{B109B65E-DF0B-46C4-AB62-B06E7F342144}">
      <dgm:prSet/>
      <dgm:spPr/>
      <dgm:t>
        <a:bodyPr/>
        <a:lstStyle/>
        <a:p>
          <a:endParaRPr lang="fr-FR"/>
        </a:p>
      </dgm:t>
    </dgm:pt>
    <dgm:pt modelId="{E293E22B-1869-4D30-A84C-A535CBBBA437}">
      <dgm:prSet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endParaRPr lang="fr-FR" sz="900" dirty="0">
            <a:solidFill>
              <a:srgbClr val="3C86BF"/>
            </a:solidFill>
          </a:endParaRPr>
        </a:p>
      </dgm:t>
    </dgm:pt>
    <dgm:pt modelId="{CA73CDC4-1E7C-4D30-B676-41C251CC99AF}" type="parTrans" cxnId="{CFA8944E-16EE-4BA4-B47C-8D72B923A81F}">
      <dgm:prSet/>
      <dgm:spPr/>
      <dgm:t>
        <a:bodyPr/>
        <a:lstStyle/>
        <a:p>
          <a:endParaRPr lang="fr-FR"/>
        </a:p>
      </dgm:t>
    </dgm:pt>
    <dgm:pt modelId="{5A1B33FD-ED03-4BA2-9B9C-2312A5DF6295}" type="sibTrans" cxnId="{CFA8944E-16EE-4BA4-B47C-8D72B923A81F}">
      <dgm:prSet/>
      <dgm:spPr/>
      <dgm:t>
        <a:bodyPr/>
        <a:lstStyle/>
        <a:p>
          <a:endParaRPr lang="fr-FR"/>
        </a:p>
      </dgm:t>
    </dgm:pt>
    <dgm:pt modelId="{C1317645-CD16-472A-8DEA-32172D11DD01}" type="pres">
      <dgm:prSet presAssocID="{A04E26BD-327B-4D1C-89CF-E099AF905FFE}" presName="diagram" presStyleCnt="0">
        <dgm:presLayoutVars>
          <dgm:dir/>
          <dgm:animLvl val="lvl"/>
          <dgm:resizeHandles val="exact"/>
        </dgm:presLayoutVars>
      </dgm:prSet>
      <dgm:spPr/>
    </dgm:pt>
    <dgm:pt modelId="{62CF970E-F818-4817-A986-29D05EEFFAB4}" type="pres">
      <dgm:prSet presAssocID="{9F219B54-5064-4F17-A528-68414DD5FDEB}" presName="compNode" presStyleCnt="0"/>
      <dgm:spPr/>
    </dgm:pt>
    <dgm:pt modelId="{39D4BCF5-D8FB-4D48-9F05-DF403A0BF58B}" type="pres">
      <dgm:prSet presAssocID="{9F219B54-5064-4F17-A528-68414DD5FDEB}" presName="childRect" presStyleLbl="bgAcc1" presStyleIdx="0" presStyleCnt="4">
        <dgm:presLayoutVars>
          <dgm:bulletEnabled val="1"/>
        </dgm:presLayoutVars>
      </dgm:prSet>
      <dgm:spPr/>
    </dgm:pt>
    <dgm:pt modelId="{63A92574-1DBE-4C75-99B3-9B9A6052AE78}" type="pres">
      <dgm:prSet presAssocID="{9F219B54-5064-4F17-A528-68414DD5FDEB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24C64041-987A-4031-9606-949776D87060}" type="pres">
      <dgm:prSet presAssocID="{9F219B54-5064-4F17-A528-68414DD5FDEB}" presName="parentRect" presStyleLbl="alignNode1" presStyleIdx="0" presStyleCnt="4"/>
      <dgm:spPr/>
    </dgm:pt>
    <dgm:pt modelId="{1E0B526D-29FA-423C-B5D3-8FC27BC52216}" type="pres">
      <dgm:prSet presAssocID="{9F219B54-5064-4F17-A528-68414DD5FDEB}" presName="adorn" presStyleLbl="fgAccFollowNode1" presStyleIdx="0" presStyleCnt="4" custLinFactNeighborX="-25147" custLinFactNeighborY="-15637"/>
      <dgm:spPr>
        <a:noFill/>
        <a:ln>
          <a:noFill/>
        </a:ln>
      </dgm:spPr>
    </dgm:pt>
    <dgm:pt modelId="{80548B2C-4C06-4B91-ADEA-C24A0068D4B1}" type="pres">
      <dgm:prSet presAssocID="{12ABFCAE-649B-4BED-956D-45074AB7AB9D}" presName="sibTrans" presStyleLbl="sibTrans2D1" presStyleIdx="0" presStyleCnt="0"/>
      <dgm:spPr/>
    </dgm:pt>
    <dgm:pt modelId="{E9A15349-7710-4CBF-9105-68DFEB5E4902}" type="pres">
      <dgm:prSet presAssocID="{F4603282-136D-40E1-89E5-CA2EE6D50178}" presName="compNode" presStyleCnt="0"/>
      <dgm:spPr/>
    </dgm:pt>
    <dgm:pt modelId="{75E889D5-1393-4EE4-A934-58059A840EBC}" type="pres">
      <dgm:prSet presAssocID="{F4603282-136D-40E1-89E5-CA2EE6D50178}" presName="childRect" presStyleLbl="bgAcc1" presStyleIdx="1" presStyleCnt="4">
        <dgm:presLayoutVars>
          <dgm:bulletEnabled val="1"/>
        </dgm:presLayoutVars>
      </dgm:prSet>
      <dgm:spPr/>
    </dgm:pt>
    <dgm:pt modelId="{ED460902-097B-4F92-91DF-3CA40820EE0D}" type="pres">
      <dgm:prSet presAssocID="{F4603282-136D-40E1-89E5-CA2EE6D501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1551A4-F620-4AC3-893A-061DF6185A2A}" type="pres">
      <dgm:prSet presAssocID="{F4603282-136D-40E1-89E5-CA2EE6D50178}" presName="parentRect" presStyleLbl="alignNode1" presStyleIdx="1" presStyleCnt="4"/>
      <dgm:spPr/>
    </dgm:pt>
    <dgm:pt modelId="{539087A1-2D23-40E5-B9E2-FCBE84DED87A}" type="pres">
      <dgm:prSet presAssocID="{F4603282-136D-40E1-89E5-CA2EE6D50178}" presName="adorn" presStyleLbl="fgAccFollowNode1" presStyleIdx="1" presStyleCnt="4" custLinFactNeighborX="-23821" custLinFactNeighborY="-15637"/>
      <dgm:spPr>
        <a:noFill/>
        <a:ln>
          <a:noFill/>
        </a:ln>
      </dgm:spPr>
    </dgm:pt>
    <dgm:pt modelId="{ABE9B633-DA0F-42D5-AD1B-DE0C94CBF4C9}" type="pres">
      <dgm:prSet presAssocID="{D083E516-79A9-42AE-913B-AE1074AC0BB3}" presName="sibTrans" presStyleLbl="sibTrans2D1" presStyleIdx="0" presStyleCnt="0"/>
      <dgm:spPr/>
    </dgm:pt>
    <dgm:pt modelId="{653AC915-1399-4B2C-9162-05C04C42A861}" type="pres">
      <dgm:prSet presAssocID="{0A7E40FF-FE21-430A-B249-9422D975E0C8}" presName="compNode" presStyleCnt="0"/>
      <dgm:spPr/>
    </dgm:pt>
    <dgm:pt modelId="{4A8B9735-97CF-4239-92BA-913FCEA8CC68}" type="pres">
      <dgm:prSet presAssocID="{0A7E40FF-FE21-430A-B249-9422D975E0C8}" presName="childRect" presStyleLbl="bgAcc1" presStyleIdx="2" presStyleCnt="4" custLinFactX="-100000" custLinFactY="56378" custLinFactNeighborX="-133930" custLinFactNeighborY="100000">
        <dgm:presLayoutVars>
          <dgm:bulletEnabled val="1"/>
        </dgm:presLayoutVars>
      </dgm:prSet>
      <dgm:spPr/>
    </dgm:pt>
    <dgm:pt modelId="{A4E7A56D-8185-4C2F-9C1E-A77E74CA4CEF}" type="pres">
      <dgm:prSet presAssocID="{0A7E40FF-FE21-430A-B249-9422D975E0C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E4E3186-177D-4589-8120-F8C9A3B7ADC0}" type="pres">
      <dgm:prSet presAssocID="{0A7E40FF-FE21-430A-B249-9422D975E0C8}" presName="parentRect" presStyleLbl="alignNode1" presStyleIdx="2" presStyleCnt="4" custLinFactX="-100000" custLinFactY="163671" custLinFactNeighborX="-133930" custLinFactNeighborY="200000"/>
      <dgm:spPr/>
    </dgm:pt>
    <dgm:pt modelId="{CC146F42-D9EA-4724-8768-37E4B23BAC69}" type="pres">
      <dgm:prSet presAssocID="{0A7E40FF-FE21-430A-B249-9422D975E0C8}" presName="adorn" presStyleLbl="fgAccFollowNode1" presStyleIdx="2" presStyleCnt="4" custLinFactX="-300000" custLinFactY="120015" custLinFactNeighborX="-392193" custLinFactNeighborY="200000"/>
      <dgm:spPr>
        <a:noFill/>
        <a:ln>
          <a:noFill/>
        </a:ln>
      </dgm:spPr>
    </dgm:pt>
    <dgm:pt modelId="{43E09F17-89CF-4DCD-9FA8-EF96F6F5CC8A}" type="pres">
      <dgm:prSet presAssocID="{5581A62D-10DC-42E8-AECC-552E41EA41ED}" presName="sibTrans" presStyleLbl="sibTrans2D1" presStyleIdx="0" presStyleCnt="0"/>
      <dgm:spPr/>
    </dgm:pt>
    <dgm:pt modelId="{02F5B104-CD5E-45E9-BCC0-8FFD545BEB7F}" type="pres">
      <dgm:prSet presAssocID="{4FF16969-F6EF-4CEF-B080-C7C98C57FD96}" presName="compNode" presStyleCnt="0"/>
      <dgm:spPr/>
    </dgm:pt>
    <dgm:pt modelId="{883BBA84-290B-4ED2-B601-E01F9D4B5DDA}" type="pres">
      <dgm:prSet presAssocID="{4FF16969-F6EF-4CEF-B080-C7C98C57FD96}" presName="childRect" presStyleLbl="bgAcc1" presStyleIdx="3" presStyleCnt="4" custLinFactNeighborX="3932" custLinFactNeighborY="-19237">
        <dgm:presLayoutVars>
          <dgm:bulletEnabled val="1"/>
        </dgm:presLayoutVars>
      </dgm:prSet>
      <dgm:spPr/>
    </dgm:pt>
    <dgm:pt modelId="{CFEA9B7A-77EF-4E1B-9BED-289C8AD45FFE}" type="pres">
      <dgm:prSet presAssocID="{4FF16969-F6EF-4CEF-B080-C7C98C57FD9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F89C920-1150-45D3-A450-698D7295ED7B}" type="pres">
      <dgm:prSet presAssocID="{4FF16969-F6EF-4CEF-B080-C7C98C57FD96}" presName="parentRect" presStyleLbl="alignNode1" presStyleIdx="3" presStyleCnt="4" custLinFactNeighborX="3932" custLinFactNeighborY="-44737"/>
      <dgm:spPr/>
    </dgm:pt>
    <dgm:pt modelId="{70224A6A-6363-4459-A2BA-C28BAAEEE118}" type="pres">
      <dgm:prSet presAssocID="{4FF16969-F6EF-4CEF-B080-C7C98C57FD96}" presName="adorn" presStyleLbl="fgAccFollowNode1" presStyleIdx="3" presStyleCnt="4" custLinFactNeighborX="-13269" custLinFactNeighborY="-57360"/>
      <dgm:spPr>
        <a:noFill/>
        <a:ln>
          <a:noFill/>
        </a:ln>
      </dgm:spPr>
    </dgm:pt>
  </dgm:ptLst>
  <dgm:cxnLst>
    <dgm:cxn modelId="{A1F7910F-28D6-4A27-9F14-DFDB921D064E}" type="presOf" srcId="{DE8845FE-FAB1-4314-AFE7-E17320F81949}" destId="{75E889D5-1393-4EE4-A934-58059A840EBC}" srcOrd="0" destOrd="2" presId="urn:microsoft.com/office/officeart/2005/8/layout/bList2"/>
    <dgm:cxn modelId="{0DA27F11-4C03-454A-AC11-3859704F83BA}" type="presOf" srcId="{CD138B75-058B-4F38-B9B8-D4875251124D}" destId="{75E889D5-1393-4EE4-A934-58059A840EBC}" srcOrd="0" destOrd="0" presId="urn:microsoft.com/office/officeart/2005/8/layout/bList2"/>
    <dgm:cxn modelId="{8D033F14-76F5-4549-A1C7-8C3B3BF543A0}" srcId="{0A7E40FF-FE21-430A-B249-9422D975E0C8}" destId="{AFEA953E-C6A1-4781-8F93-FC9D701487C3}" srcOrd="0" destOrd="0" parTransId="{996F3F3D-B5E8-4DD4-85A9-209159C4B308}" sibTransId="{E3F5332A-343B-4222-88F4-B01C4F953231}"/>
    <dgm:cxn modelId="{FC968B15-A9AD-423D-A664-9CF5D21F13C0}" type="presOf" srcId="{F4603282-136D-40E1-89E5-CA2EE6D50178}" destId="{ED460902-097B-4F92-91DF-3CA40820EE0D}" srcOrd="0" destOrd="0" presId="urn:microsoft.com/office/officeart/2005/8/layout/bList2"/>
    <dgm:cxn modelId="{CCD5E116-C629-41CA-8010-37C0AE40E133}" srcId="{4FF16969-F6EF-4CEF-B080-C7C98C57FD96}" destId="{10434D8D-C75E-44BA-BF38-0F8538F706AD}" srcOrd="0" destOrd="0" parTransId="{690ADF16-3308-42BB-9F60-7CE2062ACB7B}" sibTransId="{6789E356-D8E7-4E34-A166-8064717023DD}"/>
    <dgm:cxn modelId="{AE0E7818-FB11-4FFF-973E-86BF3B0E87AB}" type="presOf" srcId="{15D938F7-2098-49D1-B738-F5358B2A7779}" destId="{4A8B9735-97CF-4239-92BA-913FCEA8CC68}" srcOrd="0" destOrd="3" presId="urn:microsoft.com/office/officeart/2005/8/layout/bList2"/>
    <dgm:cxn modelId="{0940F02A-9DB4-4DF1-A82A-B8ECD1CBDCA1}" srcId="{4FF16969-F6EF-4CEF-B080-C7C98C57FD96}" destId="{5264988A-1525-46DE-8718-2C0332F20F8A}" srcOrd="3" destOrd="0" parTransId="{2217190E-2E83-4D80-B1AD-0C3D956743E2}" sibTransId="{9376E62F-8393-4950-B487-FF5628EE474E}"/>
    <dgm:cxn modelId="{0F684C2D-55AD-45F1-8EF7-AAE980C6A056}" srcId="{9F219B54-5064-4F17-A528-68414DD5FDEB}" destId="{239A9148-2789-44D7-B8BF-AF05978527B6}" srcOrd="6" destOrd="0" parTransId="{CA2FA502-E9F4-4D03-9273-82474083C927}" sibTransId="{C5898DCA-9E48-4E1A-9E88-4B094EA6F2BB}"/>
    <dgm:cxn modelId="{B8583D2E-40FF-43EA-B9C7-6186E43832AB}" type="presOf" srcId="{4BC7BEA4-73E9-4250-BE92-E7965EF107B4}" destId="{75E889D5-1393-4EE4-A934-58059A840EBC}" srcOrd="0" destOrd="6" presId="urn:microsoft.com/office/officeart/2005/8/layout/bList2"/>
    <dgm:cxn modelId="{C6976435-8609-4FCC-AD08-75F750530142}" srcId="{9F219B54-5064-4F17-A528-68414DD5FDEB}" destId="{4DDEC4A5-935F-4DF0-B471-91141BC32574}" srcOrd="3" destOrd="0" parTransId="{0F7CFFAB-186E-40F4-9FE4-123D647CB69E}" sibTransId="{1C8B3B24-D139-4049-9DB3-EF1267A652ED}"/>
    <dgm:cxn modelId="{B7CF5939-836D-44B1-9BE9-A19D1A0E019C}" type="presOf" srcId="{F840FCFB-4DEA-4E70-A726-A8FDD25B44D4}" destId="{883BBA84-290B-4ED2-B601-E01F9D4B5DDA}" srcOrd="0" destOrd="4" presId="urn:microsoft.com/office/officeart/2005/8/layout/bList2"/>
    <dgm:cxn modelId="{169D213B-A5B6-4C68-A1D0-0FF0047989EB}" srcId="{F4603282-136D-40E1-89E5-CA2EE6D50178}" destId="{1F3D2524-8EF2-4928-97E3-EDB1AB139677}" srcOrd="3" destOrd="0" parTransId="{E6357722-E711-4E0C-81EE-1C1E5B3EA684}" sibTransId="{A685B1D0-40F5-424B-8AF1-F7B9C781092F}"/>
    <dgm:cxn modelId="{B109B65E-DF0B-46C4-AB62-B06E7F342144}" srcId="{F4603282-136D-40E1-89E5-CA2EE6D50178}" destId="{DE8845FE-FAB1-4314-AFE7-E17320F81949}" srcOrd="2" destOrd="0" parTransId="{9D7C2319-71F4-4F2F-B39C-188B31662AB4}" sibTransId="{CC2D5AAC-DCA1-4908-B9FD-1025E74148F8}"/>
    <dgm:cxn modelId="{30583542-78D5-43E5-977D-B0CC0B21AF21}" srcId="{0A7E40FF-FE21-430A-B249-9422D975E0C8}" destId="{AD9D8420-8310-43B2-965A-04ABF91EA07A}" srcOrd="4" destOrd="0" parTransId="{2025C042-ED71-46CE-9BA8-64B9A615B207}" sibTransId="{B48612B0-0482-4426-A4A5-08BEBE9F1A35}"/>
    <dgm:cxn modelId="{267F4F44-137A-4C87-A970-8168C26C4C4E}" type="presOf" srcId="{9F219B54-5064-4F17-A528-68414DD5FDEB}" destId="{24C64041-987A-4031-9606-949776D87060}" srcOrd="1" destOrd="0" presId="urn:microsoft.com/office/officeart/2005/8/layout/bList2"/>
    <dgm:cxn modelId="{97087747-EC27-49BD-9598-3187F9A3539D}" type="presOf" srcId="{E293E22B-1869-4D30-A84C-A535CBBBA437}" destId="{39D4BCF5-D8FB-4D48-9F05-DF403A0BF58B}" srcOrd="0" destOrd="1" presId="urn:microsoft.com/office/officeart/2005/8/layout/bList2"/>
    <dgm:cxn modelId="{D846DE48-19C0-4B78-95B7-BB6C42320498}" type="presOf" srcId="{4FF16969-F6EF-4CEF-B080-C7C98C57FD96}" destId="{CFEA9B7A-77EF-4E1B-9BED-289C8AD45FFE}" srcOrd="0" destOrd="0" presId="urn:microsoft.com/office/officeart/2005/8/layout/bList2"/>
    <dgm:cxn modelId="{3352854C-247F-437B-BA6C-401DD474FD39}" type="presOf" srcId="{3B1BADC0-B96F-4A79-8F1E-219C7E0D6FA1}" destId="{883BBA84-290B-4ED2-B601-E01F9D4B5DDA}" srcOrd="0" destOrd="1" presId="urn:microsoft.com/office/officeart/2005/8/layout/bList2"/>
    <dgm:cxn modelId="{B5EADA4C-C12B-4CAF-A40C-563FD90C6062}" type="presOf" srcId="{8310D0C0-725E-4697-B72C-684E6A3687A9}" destId="{39D4BCF5-D8FB-4D48-9F05-DF403A0BF58B}" srcOrd="0" destOrd="2" presId="urn:microsoft.com/office/officeart/2005/8/layout/bList2"/>
    <dgm:cxn modelId="{4CE9E44D-042E-4CA3-BF1D-E730E5E4837B}" type="presOf" srcId="{BC7DB84A-EB65-4A5D-8C49-FD3021A472C8}" destId="{39D4BCF5-D8FB-4D48-9F05-DF403A0BF58B}" srcOrd="0" destOrd="5" presId="urn:microsoft.com/office/officeart/2005/8/layout/bList2"/>
    <dgm:cxn modelId="{CFA8944E-16EE-4BA4-B47C-8D72B923A81F}" srcId="{9F219B54-5064-4F17-A528-68414DD5FDEB}" destId="{E293E22B-1869-4D30-A84C-A535CBBBA437}" srcOrd="1" destOrd="0" parTransId="{CA73CDC4-1E7C-4D30-B676-41C251CC99AF}" sibTransId="{5A1B33FD-ED03-4BA2-9B9C-2312A5DF6295}"/>
    <dgm:cxn modelId="{8D07B84E-4B75-4A3E-9AAF-5F4907E763C7}" srcId="{9F219B54-5064-4F17-A528-68414DD5FDEB}" destId="{BF4D75D9-1AC6-4B2F-B81A-405949298FE2}" srcOrd="4" destOrd="0" parTransId="{01E26846-7030-4AA0-915B-B8E65187EE8B}" sibTransId="{21E55015-99E0-47D7-8C78-3B71DBCC7B5F}"/>
    <dgm:cxn modelId="{F33E764F-811A-4804-A3F7-6C2680DA9E83}" srcId="{A04E26BD-327B-4D1C-89CF-E099AF905FFE}" destId="{F4603282-136D-40E1-89E5-CA2EE6D50178}" srcOrd="1" destOrd="0" parTransId="{C37C45D6-B9C8-439C-8399-AF830F3E3355}" sibTransId="{D083E516-79A9-42AE-913B-AE1074AC0BB3}"/>
    <dgm:cxn modelId="{A73CC051-E62A-434C-B10D-FD54011693A1}" srcId="{0A7E40FF-FE21-430A-B249-9422D975E0C8}" destId="{468B6C1D-8866-4E62-B1CA-02EB4B806EA8}" srcOrd="1" destOrd="0" parTransId="{F5FF0114-F085-4E9D-B395-61332DB93E75}" sibTransId="{D31B1226-E59A-4E5C-A242-7649EE63E784}"/>
    <dgm:cxn modelId="{C40CCE56-B1FB-49BE-9285-3DD19F86CE1D}" type="presOf" srcId="{10434D8D-C75E-44BA-BF38-0F8538F706AD}" destId="{883BBA84-290B-4ED2-B601-E01F9D4B5DDA}" srcOrd="0" destOrd="0" presId="urn:microsoft.com/office/officeart/2005/8/layout/bList2"/>
    <dgm:cxn modelId="{9DA6A077-B3C8-4272-8EF8-7B597B5CD29A}" type="presOf" srcId="{5264988A-1525-46DE-8718-2C0332F20F8A}" destId="{883BBA84-290B-4ED2-B601-E01F9D4B5DDA}" srcOrd="0" destOrd="3" presId="urn:microsoft.com/office/officeart/2005/8/layout/bList2"/>
    <dgm:cxn modelId="{AE04AD77-558F-454A-BDC3-85D3D70B0254}" srcId="{F4603282-136D-40E1-89E5-CA2EE6D50178}" destId="{51C3CC5D-BD62-4593-95DB-4132571065DC}" srcOrd="4" destOrd="0" parTransId="{3F246C95-BAD5-44AC-975D-DE95CEF5EDED}" sibTransId="{464A018B-1FC1-4CA4-B776-B556E715D98C}"/>
    <dgm:cxn modelId="{AAA8AD7C-DF32-4E84-9185-10915D3DE904}" type="presOf" srcId="{BF4D75D9-1AC6-4B2F-B81A-405949298FE2}" destId="{39D4BCF5-D8FB-4D48-9F05-DF403A0BF58B}" srcOrd="0" destOrd="4" presId="urn:microsoft.com/office/officeart/2005/8/layout/bList2"/>
    <dgm:cxn modelId="{996D627D-F185-4C74-89D3-7217BC7F15CF}" type="presOf" srcId="{C3F1491F-4E37-467E-8D68-664C383B7BD4}" destId="{39D4BCF5-D8FB-4D48-9F05-DF403A0BF58B}" srcOrd="0" destOrd="0" presId="urn:microsoft.com/office/officeart/2005/8/layout/bList2"/>
    <dgm:cxn modelId="{832CFA7D-24C7-43CE-8416-EDD9586FA8E2}" type="presOf" srcId="{4FF16969-F6EF-4CEF-B080-C7C98C57FD96}" destId="{CF89C920-1150-45D3-A450-698D7295ED7B}" srcOrd="1" destOrd="0" presId="urn:microsoft.com/office/officeart/2005/8/layout/bList2"/>
    <dgm:cxn modelId="{5E10D985-FB9E-4AB3-8AD5-7F317B434EBD}" srcId="{F4603282-136D-40E1-89E5-CA2EE6D50178}" destId="{CD138B75-058B-4F38-B9B8-D4875251124D}" srcOrd="0" destOrd="0" parTransId="{EEF4435D-18D6-4B2D-92D4-C84FDBF9959A}" sibTransId="{9B0032AB-6B07-4219-B126-1E9831EA95C5}"/>
    <dgm:cxn modelId="{E86F168B-DA16-4965-9C26-F6C809ED4883}" type="presOf" srcId="{1F3D2524-8EF2-4928-97E3-EDB1AB139677}" destId="{75E889D5-1393-4EE4-A934-58059A840EBC}" srcOrd="0" destOrd="3" presId="urn:microsoft.com/office/officeart/2005/8/layout/bList2"/>
    <dgm:cxn modelId="{EA35678B-C1DC-415E-99C8-C1D4AFBF5817}" type="presOf" srcId="{1FA1EDE0-E676-4DFA-89FB-41E67647E577}" destId="{75E889D5-1393-4EE4-A934-58059A840EBC}" srcOrd="0" destOrd="1" presId="urn:microsoft.com/office/officeart/2005/8/layout/bList2"/>
    <dgm:cxn modelId="{6F40858C-F48F-4B2F-B2A8-73372EAEF871}" type="presOf" srcId="{AD9D8420-8310-43B2-965A-04ABF91EA07A}" destId="{4A8B9735-97CF-4239-92BA-913FCEA8CC68}" srcOrd="0" destOrd="4" presId="urn:microsoft.com/office/officeart/2005/8/layout/bList2"/>
    <dgm:cxn modelId="{3E28A391-A8ED-43E8-A85A-D9B134B58E11}" type="presOf" srcId="{9F219B54-5064-4F17-A528-68414DD5FDEB}" destId="{63A92574-1DBE-4C75-99B3-9B9A6052AE78}" srcOrd="0" destOrd="0" presId="urn:microsoft.com/office/officeart/2005/8/layout/bList2"/>
    <dgm:cxn modelId="{CA6F6E95-7C5D-42FD-A4B1-062E0F11CF35}" type="presOf" srcId="{CCA5D855-8569-421E-8B25-09ACCFB8E02F}" destId="{883BBA84-290B-4ED2-B601-E01F9D4B5DDA}" srcOrd="0" destOrd="2" presId="urn:microsoft.com/office/officeart/2005/8/layout/bList2"/>
    <dgm:cxn modelId="{ACFB3098-4170-42BD-9917-C4BD2F240FA5}" type="presOf" srcId="{4DDEC4A5-935F-4DF0-B471-91141BC32574}" destId="{39D4BCF5-D8FB-4D48-9F05-DF403A0BF58B}" srcOrd="0" destOrd="3" presId="urn:microsoft.com/office/officeart/2005/8/layout/bList2"/>
    <dgm:cxn modelId="{12919F99-2E4E-41E9-B7EE-E23802C9961B}" type="presOf" srcId="{F4603282-136D-40E1-89E5-CA2EE6D50178}" destId="{0C1551A4-F620-4AC3-893A-061DF6185A2A}" srcOrd="1" destOrd="0" presId="urn:microsoft.com/office/officeart/2005/8/layout/bList2"/>
    <dgm:cxn modelId="{768B099E-7E71-4D38-9529-71D249FA82D8}" srcId="{9F219B54-5064-4F17-A528-68414DD5FDEB}" destId="{C3F1491F-4E37-467E-8D68-664C383B7BD4}" srcOrd="0" destOrd="0" parTransId="{3AFCE3C2-C12D-45BE-842C-F81EE18E027B}" sibTransId="{FCBF1D7C-F79A-49AE-A8C9-B91574F3137B}"/>
    <dgm:cxn modelId="{CDA3749E-5A7A-4C22-B45F-CFD7A33BB693}" type="presOf" srcId="{12ABFCAE-649B-4BED-956D-45074AB7AB9D}" destId="{80548B2C-4C06-4B91-ADEA-C24A0068D4B1}" srcOrd="0" destOrd="0" presId="urn:microsoft.com/office/officeart/2005/8/layout/bList2"/>
    <dgm:cxn modelId="{DE50EDA4-7814-4305-85CA-4862682CF06A}" srcId="{F4603282-136D-40E1-89E5-CA2EE6D50178}" destId="{4BC7BEA4-73E9-4250-BE92-E7965EF107B4}" srcOrd="6" destOrd="0" parTransId="{DF11C1DB-F83B-4533-B0D8-D5EF5CB394DA}" sibTransId="{4D98C695-2FA5-441F-AC46-1A89EBF78D1E}"/>
    <dgm:cxn modelId="{E51D5AAC-1485-40C5-B5CB-B60634D0E6A4}" srcId="{0A7E40FF-FE21-430A-B249-9422D975E0C8}" destId="{15D938F7-2098-49D1-B738-F5358B2A7779}" srcOrd="3" destOrd="0" parTransId="{DE4219BD-D0B5-4A3C-ACFB-95CB98DB3552}" sibTransId="{B05E092A-5E20-4674-9E06-C9105FC11EA4}"/>
    <dgm:cxn modelId="{7F8705AD-D431-45BA-967E-DA2BA8527602}" type="presOf" srcId="{D083E516-79A9-42AE-913B-AE1074AC0BB3}" destId="{ABE9B633-DA0F-42D5-AD1B-DE0C94CBF4C9}" srcOrd="0" destOrd="0" presId="urn:microsoft.com/office/officeart/2005/8/layout/bList2"/>
    <dgm:cxn modelId="{B34834AE-0D28-4860-9457-523F972D1126}" srcId="{F4603282-136D-40E1-89E5-CA2EE6D50178}" destId="{F971FC50-C9D6-4E56-8E88-2AC291B3B47A}" srcOrd="5" destOrd="0" parTransId="{88C94048-7123-4A2B-97AF-AA650804BA00}" sibTransId="{E95FC4E8-3377-45D9-950C-8997E482F281}"/>
    <dgm:cxn modelId="{80D578AE-D029-4A63-AE02-78C6B8CC83FB}" srcId="{A04E26BD-327B-4D1C-89CF-E099AF905FFE}" destId="{4FF16969-F6EF-4CEF-B080-C7C98C57FD96}" srcOrd="3" destOrd="0" parTransId="{579DD5AC-1694-44A0-A2E2-8FA8A61C3AFE}" sibTransId="{F51318F8-4530-4BC9-A063-75169B8AB9BE}"/>
    <dgm:cxn modelId="{E3E4FBB4-FC3B-429C-8A9E-32EAC381D59E}" type="presOf" srcId="{5581A62D-10DC-42E8-AECC-552E41EA41ED}" destId="{43E09F17-89CF-4DCD-9FA8-EF96F6F5CC8A}" srcOrd="0" destOrd="0" presId="urn:microsoft.com/office/officeart/2005/8/layout/bList2"/>
    <dgm:cxn modelId="{321A6AB5-7620-4761-9762-6CFB080D2315}" type="presOf" srcId="{0A7E40FF-FE21-430A-B249-9422D975E0C8}" destId="{A4E7A56D-8185-4C2F-9C1E-A77E74CA4CEF}" srcOrd="0" destOrd="0" presId="urn:microsoft.com/office/officeart/2005/8/layout/bList2"/>
    <dgm:cxn modelId="{CFB107BA-EE3D-46E7-974C-2A951C37B694}" type="presOf" srcId="{828AF28B-ECDF-48E4-91B0-92A6B5CC8F9C}" destId="{4A8B9735-97CF-4239-92BA-913FCEA8CC68}" srcOrd="0" destOrd="2" presId="urn:microsoft.com/office/officeart/2005/8/layout/bList2"/>
    <dgm:cxn modelId="{C4FD94C6-49F0-498D-A809-3A593B08BE5B}" type="presOf" srcId="{51C3CC5D-BD62-4593-95DB-4132571065DC}" destId="{75E889D5-1393-4EE4-A934-58059A840EBC}" srcOrd="0" destOrd="4" presId="urn:microsoft.com/office/officeart/2005/8/layout/bList2"/>
    <dgm:cxn modelId="{36B6F5C9-CC2C-49F4-A28D-EA08C09106DA}" srcId="{F4603282-136D-40E1-89E5-CA2EE6D50178}" destId="{1FA1EDE0-E676-4DFA-89FB-41E67647E577}" srcOrd="1" destOrd="0" parTransId="{561D2731-F204-4C56-A40F-1B5EE751262E}" sibTransId="{38FCB241-DE06-4539-8996-A7DA164AC987}"/>
    <dgm:cxn modelId="{5CE0B5DC-5BA3-4F64-BA70-C08E32355CB0}" type="presOf" srcId="{A04E26BD-327B-4D1C-89CF-E099AF905FFE}" destId="{C1317645-CD16-472A-8DEA-32172D11DD01}" srcOrd="0" destOrd="0" presId="urn:microsoft.com/office/officeart/2005/8/layout/bList2"/>
    <dgm:cxn modelId="{7E195FE2-8B6A-4AF4-9DE4-237A97ED2040}" srcId="{0A7E40FF-FE21-430A-B249-9422D975E0C8}" destId="{828AF28B-ECDF-48E4-91B0-92A6B5CC8F9C}" srcOrd="2" destOrd="0" parTransId="{B20C4DB5-0DCA-4ECD-9086-0E1E51CCC81B}" sibTransId="{37228E9B-25BA-4F52-A9AC-340005366D1E}"/>
    <dgm:cxn modelId="{BDEC71E4-2147-43F7-B931-04196C8C7E07}" srcId="{A04E26BD-327B-4D1C-89CF-E099AF905FFE}" destId="{9F219B54-5064-4F17-A528-68414DD5FDEB}" srcOrd="0" destOrd="0" parTransId="{F134120A-C691-41A5-9B19-16EF20E80D1F}" sibTransId="{12ABFCAE-649B-4BED-956D-45074AB7AB9D}"/>
    <dgm:cxn modelId="{7F6957E5-D433-4F1C-A295-1793E898D1E2}" type="presOf" srcId="{0A7E40FF-FE21-430A-B249-9422D975E0C8}" destId="{6E4E3186-177D-4589-8120-F8C9A3B7ADC0}" srcOrd="1" destOrd="0" presId="urn:microsoft.com/office/officeart/2005/8/layout/bList2"/>
    <dgm:cxn modelId="{D718C9E5-C84B-43CE-976F-EAF910A3026A}" srcId="{4FF16969-F6EF-4CEF-B080-C7C98C57FD96}" destId="{CCA5D855-8569-421E-8B25-09ACCFB8E02F}" srcOrd="2" destOrd="0" parTransId="{933998D5-FAEC-4D86-982B-C6DC52994D25}" sibTransId="{F69C78A8-CC1D-466E-A7B3-2C8E9B3C3EEF}"/>
    <dgm:cxn modelId="{480245E6-2653-42C0-925D-361A459DFC89}" type="presOf" srcId="{468B6C1D-8866-4E62-B1CA-02EB4B806EA8}" destId="{4A8B9735-97CF-4239-92BA-913FCEA8CC68}" srcOrd="0" destOrd="1" presId="urn:microsoft.com/office/officeart/2005/8/layout/bList2"/>
    <dgm:cxn modelId="{1A4CA1EF-2AF2-4BB6-A22B-7143BB2A245F}" srcId="{A04E26BD-327B-4D1C-89CF-E099AF905FFE}" destId="{0A7E40FF-FE21-430A-B249-9422D975E0C8}" srcOrd="2" destOrd="0" parTransId="{C8E4C267-67DB-4B20-BC7E-F1D028F15F3F}" sibTransId="{5581A62D-10DC-42E8-AECC-552E41EA41ED}"/>
    <dgm:cxn modelId="{AA9FA7F6-077E-44AE-9368-996AA8A0348A}" srcId="{9F219B54-5064-4F17-A528-68414DD5FDEB}" destId="{BC7DB84A-EB65-4A5D-8C49-FD3021A472C8}" srcOrd="5" destOrd="0" parTransId="{8E286B2B-4227-4147-B64C-585B1ECA1C2D}" sibTransId="{19DCF6C5-E29F-44BC-A0AA-6F6C0952FFDA}"/>
    <dgm:cxn modelId="{67CD60F8-6773-4DE8-8312-716DCC560BD4}" srcId="{4FF16969-F6EF-4CEF-B080-C7C98C57FD96}" destId="{3B1BADC0-B96F-4A79-8F1E-219C7E0D6FA1}" srcOrd="1" destOrd="0" parTransId="{1148F8D2-E3D0-465D-AA64-55B2A22BB3DA}" sibTransId="{DC73D023-6FAF-4A9D-A847-3B88F738C6F4}"/>
    <dgm:cxn modelId="{A7BD16FB-BF56-4A33-9AD2-8DC5CBAF1EED}" type="presOf" srcId="{239A9148-2789-44D7-B8BF-AF05978527B6}" destId="{39D4BCF5-D8FB-4D48-9F05-DF403A0BF58B}" srcOrd="0" destOrd="6" presId="urn:microsoft.com/office/officeart/2005/8/layout/bList2"/>
    <dgm:cxn modelId="{586AA9FB-BE87-4B8C-B439-859D283B579D}" srcId="{9F219B54-5064-4F17-A528-68414DD5FDEB}" destId="{8310D0C0-725E-4697-B72C-684E6A3687A9}" srcOrd="2" destOrd="0" parTransId="{D4E5EC50-E00B-4E4E-BE87-E1B376C49F14}" sibTransId="{F90A4603-5DCD-4473-8028-0EA340C53371}"/>
    <dgm:cxn modelId="{DAB04FFD-0524-426B-8140-B10CF2DE25C3}" srcId="{4FF16969-F6EF-4CEF-B080-C7C98C57FD96}" destId="{F840FCFB-4DEA-4E70-A726-A8FDD25B44D4}" srcOrd="4" destOrd="0" parTransId="{00A59775-F8DA-401D-9658-A7595240AC06}" sibTransId="{EE8D9DB0-5120-43B1-AEEF-F95FCD6C4A86}"/>
    <dgm:cxn modelId="{25AB81FE-07AE-418C-AC25-F2986D2E2354}" type="presOf" srcId="{F971FC50-C9D6-4E56-8E88-2AC291B3B47A}" destId="{75E889D5-1393-4EE4-A934-58059A840EBC}" srcOrd="0" destOrd="5" presId="urn:microsoft.com/office/officeart/2005/8/layout/bList2"/>
    <dgm:cxn modelId="{E3E0B4FF-EB74-45CA-8529-B11C1ACC3E42}" type="presOf" srcId="{AFEA953E-C6A1-4781-8F93-FC9D701487C3}" destId="{4A8B9735-97CF-4239-92BA-913FCEA8CC68}" srcOrd="0" destOrd="0" presId="urn:microsoft.com/office/officeart/2005/8/layout/bList2"/>
    <dgm:cxn modelId="{5F82D58F-671F-42B6-8A33-9A699D1313FB}" type="presParOf" srcId="{C1317645-CD16-472A-8DEA-32172D11DD01}" destId="{62CF970E-F818-4817-A986-29D05EEFFAB4}" srcOrd="0" destOrd="0" presId="urn:microsoft.com/office/officeart/2005/8/layout/bList2"/>
    <dgm:cxn modelId="{D68238A1-4008-4467-AA7D-F70166ABA192}" type="presParOf" srcId="{62CF970E-F818-4817-A986-29D05EEFFAB4}" destId="{39D4BCF5-D8FB-4D48-9F05-DF403A0BF58B}" srcOrd="0" destOrd="0" presId="urn:microsoft.com/office/officeart/2005/8/layout/bList2"/>
    <dgm:cxn modelId="{9FDE0823-AC26-486E-85B4-D6EAB2BFC4FC}" type="presParOf" srcId="{62CF970E-F818-4817-A986-29D05EEFFAB4}" destId="{63A92574-1DBE-4C75-99B3-9B9A6052AE78}" srcOrd="1" destOrd="0" presId="urn:microsoft.com/office/officeart/2005/8/layout/bList2"/>
    <dgm:cxn modelId="{9D38F169-2EF4-4890-A943-993AA89653F4}" type="presParOf" srcId="{62CF970E-F818-4817-A986-29D05EEFFAB4}" destId="{24C64041-987A-4031-9606-949776D87060}" srcOrd="2" destOrd="0" presId="urn:microsoft.com/office/officeart/2005/8/layout/bList2"/>
    <dgm:cxn modelId="{3CDEEAA4-F825-41DC-B572-16628B54BEDE}" type="presParOf" srcId="{62CF970E-F818-4817-A986-29D05EEFFAB4}" destId="{1E0B526D-29FA-423C-B5D3-8FC27BC52216}" srcOrd="3" destOrd="0" presId="urn:microsoft.com/office/officeart/2005/8/layout/bList2"/>
    <dgm:cxn modelId="{39B9F8A1-1C1B-494E-8F11-164D45FAE7CF}" type="presParOf" srcId="{C1317645-CD16-472A-8DEA-32172D11DD01}" destId="{80548B2C-4C06-4B91-ADEA-C24A0068D4B1}" srcOrd="1" destOrd="0" presId="urn:microsoft.com/office/officeart/2005/8/layout/bList2"/>
    <dgm:cxn modelId="{25B7465C-FCB5-4923-8A8E-DD500A81A008}" type="presParOf" srcId="{C1317645-CD16-472A-8DEA-32172D11DD01}" destId="{E9A15349-7710-4CBF-9105-68DFEB5E4902}" srcOrd="2" destOrd="0" presId="urn:microsoft.com/office/officeart/2005/8/layout/bList2"/>
    <dgm:cxn modelId="{06B3774C-07FF-4A11-86D4-6C2C8CA97F89}" type="presParOf" srcId="{E9A15349-7710-4CBF-9105-68DFEB5E4902}" destId="{75E889D5-1393-4EE4-A934-58059A840EBC}" srcOrd="0" destOrd="0" presId="urn:microsoft.com/office/officeart/2005/8/layout/bList2"/>
    <dgm:cxn modelId="{180007F5-DB79-43A2-93E9-EA9FC7543557}" type="presParOf" srcId="{E9A15349-7710-4CBF-9105-68DFEB5E4902}" destId="{ED460902-097B-4F92-91DF-3CA40820EE0D}" srcOrd="1" destOrd="0" presId="urn:microsoft.com/office/officeart/2005/8/layout/bList2"/>
    <dgm:cxn modelId="{36E3AA6D-651B-4332-B430-1AEFEBD49FD0}" type="presParOf" srcId="{E9A15349-7710-4CBF-9105-68DFEB5E4902}" destId="{0C1551A4-F620-4AC3-893A-061DF6185A2A}" srcOrd="2" destOrd="0" presId="urn:microsoft.com/office/officeart/2005/8/layout/bList2"/>
    <dgm:cxn modelId="{0FD08BE4-8520-4AA7-8EE1-C1C5BFDA8ECF}" type="presParOf" srcId="{E9A15349-7710-4CBF-9105-68DFEB5E4902}" destId="{539087A1-2D23-40E5-B9E2-FCBE84DED87A}" srcOrd="3" destOrd="0" presId="urn:microsoft.com/office/officeart/2005/8/layout/bList2"/>
    <dgm:cxn modelId="{CDDAA639-86B0-470F-9EBF-4AE53D0EB5EC}" type="presParOf" srcId="{C1317645-CD16-472A-8DEA-32172D11DD01}" destId="{ABE9B633-DA0F-42D5-AD1B-DE0C94CBF4C9}" srcOrd="3" destOrd="0" presId="urn:microsoft.com/office/officeart/2005/8/layout/bList2"/>
    <dgm:cxn modelId="{437CC2F0-3707-4D7B-B829-248C3BC50EB8}" type="presParOf" srcId="{C1317645-CD16-472A-8DEA-32172D11DD01}" destId="{653AC915-1399-4B2C-9162-05C04C42A861}" srcOrd="4" destOrd="0" presId="urn:microsoft.com/office/officeart/2005/8/layout/bList2"/>
    <dgm:cxn modelId="{E18632E1-3B95-4D28-B132-75AD2E45E3C6}" type="presParOf" srcId="{653AC915-1399-4B2C-9162-05C04C42A861}" destId="{4A8B9735-97CF-4239-92BA-913FCEA8CC68}" srcOrd="0" destOrd="0" presId="urn:microsoft.com/office/officeart/2005/8/layout/bList2"/>
    <dgm:cxn modelId="{48441023-30A6-49E2-9E16-B4801296C165}" type="presParOf" srcId="{653AC915-1399-4B2C-9162-05C04C42A861}" destId="{A4E7A56D-8185-4C2F-9C1E-A77E74CA4CEF}" srcOrd="1" destOrd="0" presId="urn:microsoft.com/office/officeart/2005/8/layout/bList2"/>
    <dgm:cxn modelId="{19D650E8-45D1-489F-84F4-1447F3FC33B7}" type="presParOf" srcId="{653AC915-1399-4B2C-9162-05C04C42A861}" destId="{6E4E3186-177D-4589-8120-F8C9A3B7ADC0}" srcOrd="2" destOrd="0" presId="urn:microsoft.com/office/officeart/2005/8/layout/bList2"/>
    <dgm:cxn modelId="{C2362899-4261-4A22-AD70-49F269183D37}" type="presParOf" srcId="{653AC915-1399-4B2C-9162-05C04C42A861}" destId="{CC146F42-D9EA-4724-8768-37E4B23BAC69}" srcOrd="3" destOrd="0" presId="urn:microsoft.com/office/officeart/2005/8/layout/bList2"/>
    <dgm:cxn modelId="{57AF0894-B5C7-4FFC-86B2-5BCC4D6362E5}" type="presParOf" srcId="{C1317645-CD16-472A-8DEA-32172D11DD01}" destId="{43E09F17-89CF-4DCD-9FA8-EF96F6F5CC8A}" srcOrd="5" destOrd="0" presId="urn:microsoft.com/office/officeart/2005/8/layout/bList2"/>
    <dgm:cxn modelId="{4CBF43B4-203D-470C-8D62-B27923BE1FE3}" type="presParOf" srcId="{C1317645-CD16-472A-8DEA-32172D11DD01}" destId="{02F5B104-CD5E-45E9-BCC0-8FFD545BEB7F}" srcOrd="6" destOrd="0" presId="urn:microsoft.com/office/officeart/2005/8/layout/bList2"/>
    <dgm:cxn modelId="{B817806D-3BF2-46D1-B70A-54CEB52044A6}" type="presParOf" srcId="{02F5B104-CD5E-45E9-BCC0-8FFD545BEB7F}" destId="{883BBA84-290B-4ED2-B601-E01F9D4B5DDA}" srcOrd="0" destOrd="0" presId="urn:microsoft.com/office/officeart/2005/8/layout/bList2"/>
    <dgm:cxn modelId="{FDFEC59D-4B03-4561-9450-C31AB6514225}" type="presParOf" srcId="{02F5B104-CD5E-45E9-BCC0-8FFD545BEB7F}" destId="{CFEA9B7A-77EF-4E1B-9BED-289C8AD45FFE}" srcOrd="1" destOrd="0" presId="urn:microsoft.com/office/officeart/2005/8/layout/bList2"/>
    <dgm:cxn modelId="{9B48719F-6477-42A1-8F78-0409407E9545}" type="presParOf" srcId="{02F5B104-CD5E-45E9-BCC0-8FFD545BEB7F}" destId="{CF89C920-1150-45D3-A450-698D7295ED7B}" srcOrd="2" destOrd="0" presId="urn:microsoft.com/office/officeart/2005/8/layout/bList2"/>
    <dgm:cxn modelId="{2BFB812B-962C-4E8F-B4D9-EEA61B053AC4}" type="presParOf" srcId="{02F5B104-CD5E-45E9-BCC0-8FFD545BEB7F}" destId="{70224A6A-6363-4459-A2BA-C28BAAEEE118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48B0897-0693-4F06-8078-7702E0A332D7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EDC22C65-AA27-4D01-8E2A-5F038EBA2240}">
      <dgm:prSet phldrT="[Texte]" phldr="0"/>
      <dgm:spPr>
        <a:solidFill>
          <a:srgbClr val="468B58"/>
        </a:solidFill>
      </dgm:spPr>
      <dgm:t>
        <a:bodyPr/>
        <a:lstStyle/>
        <a:p>
          <a:r>
            <a:rPr lang="fr-FR" dirty="0"/>
            <a:t>Utilisateur</a:t>
          </a:r>
        </a:p>
      </dgm:t>
    </dgm:pt>
    <dgm:pt modelId="{DD53239C-4711-457E-80B3-FB95F9E40FBB}" type="parTrans" cxnId="{362F7122-702E-4180-824D-7020A04836E1}">
      <dgm:prSet/>
      <dgm:spPr/>
      <dgm:t>
        <a:bodyPr/>
        <a:lstStyle/>
        <a:p>
          <a:endParaRPr lang="fr-FR"/>
        </a:p>
      </dgm:t>
    </dgm:pt>
    <dgm:pt modelId="{BDCF498A-AC82-41E9-9697-7E8A8B3E3697}" type="sibTrans" cxnId="{362F7122-702E-4180-824D-7020A04836E1}">
      <dgm:prSet/>
      <dgm:spPr/>
      <dgm:t>
        <a:bodyPr/>
        <a:lstStyle/>
        <a:p>
          <a:endParaRPr lang="fr-FR"/>
        </a:p>
      </dgm:t>
    </dgm:pt>
    <dgm:pt modelId="{370B1893-4C07-4D8A-8243-892A7C75F6FC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Saisit identifiant + mot de passe</a:t>
          </a:r>
        </a:p>
      </dgm:t>
    </dgm:pt>
    <dgm:pt modelId="{EC121CDA-2042-46A9-855C-F9A029D4DE5D}" type="parTrans" cxnId="{40551793-8BCA-42E4-807F-B1E48057BED5}">
      <dgm:prSet/>
      <dgm:spPr/>
      <dgm:t>
        <a:bodyPr/>
        <a:lstStyle/>
        <a:p>
          <a:endParaRPr lang="fr-FR"/>
        </a:p>
      </dgm:t>
    </dgm:pt>
    <dgm:pt modelId="{9C1BEE60-7654-44AF-AE5E-27F5D89BEA58}" type="sibTrans" cxnId="{40551793-8BCA-42E4-807F-B1E48057BED5}">
      <dgm:prSet/>
      <dgm:spPr/>
      <dgm:t>
        <a:bodyPr/>
        <a:lstStyle/>
        <a:p>
          <a:endParaRPr lang="fr-FR"/>
        </a:p>
      </dgm:t>
    </dgm:pt>
    <dgm:pt modelId="{82D811EE-38E2-4FEE-989B-05B3F3F788E6}">
      <dgm:prSet phldrT="[Texte]" phldr="0"/>
      <dgm:spPr/>
      <dgm:t>
        <a:bodyPr/>
        <a:lstStyle/>
        <a:p>
          <a:r>
            <a:rPr lang="fr-FR" dirty="0"/>
            <a:t>Application Python</a:t>
          </a:r>
        </a:p>
      </dgm:t>
    </dgm:pt>
    <dgm:pt modelId="{43A8CE92-12F8-4912-B6C8-A6C431A537CA}" type="parTrans" cxnId="{847A6D02-6CC5-4837-8D9E-6D3E9FF5A1B8}">
      <dgm:prSet/>
      <dgm:spPr/>
      <dgm:t>
        <a:bodyPr/>
        <a:lstStyle/>
        <a:p>
          <a:endParaRPr lang="fr-FR"/>
        </a:p>
      </dgm:t>
    </dgm:pt>
    <dgm:pt modelId="{5BD5EEFB-314D-4F96-BDA8-BAB4E4BFD31F}" type="sibTrans" cxnId="{847A6D02-6CC5-4837-8D9E-6D3E9FF5A1B8}">
      <dgm:prSet/>
      <dgm:spPr/>
      <dgm:t>
        <a:bodyPr/>
        <a:lstStyle/>
        <a:p>
          <a:endParaRPr lang="fr-FR"/>
        </a:p>
      </dgm:t>
    </dgm:pt>
    <dgm:pt modelId="{88B902EB-D736-4D35-934D-E917C2A8CEE9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Envoie une demande d’authentification</a:t>
          </a:r>
        </a:p>
      </dgm:t>
    </dgm:pt>
    <dgm:pt modelId="{922A6BE2-5398-4973-A035-1FF51DE94BA0}" type="parTrans" cxnId="{0458FA21-8EA9-4A3F-A4D1-2865B6DEA1FA}">
      <dgm:prSet/>
      <dgm:spPr/>
      <dgm:t>
        <a:bodyPr/>
        <a:lstStyle/>
        <a:p>
          <a:endParaRPr lang="fr-FR"/>
        </a:p>
      </dgm:t>
    </dgm:pt>
    <dgm:pt modelId="{D0996E1D-E896-4539-AE95-5BC859689CAF}" type="sibTrans" cxnId="{0458FA21-8EA9-4A3F-A4D1-2865B6DEA1FA}">
      <dgm:prSet/>
      <dgm:spPr/>
      <dgm:t>
        <a:bodyPr/>
        <a:lstStyle/>
        <a:p>
          <a:endParaRPr lang="fr-FR"/>
        </a:p>
      </dgm:t>
    </dgm:pt>
    <dgm:pt modelId="{71BA5D79-4D4C-4CF3-96FA-8863886D9C29}">
      <dgm:prSet phldrT="[Texte]" phldr="0"/>
      <dgm:spPr>
        <a:solidFill>
          <a:srgbClr val="4EB294"/>
        </a:solidFill>
      </dgm:spPr>
      <dgm:t>
        <a:bodyPr/>
        <a:lstStyle/>
        <a:p>
          <a:r>
            <a:rPr lang="fr-FR" dirty="0"/>
            <a:t>MongoDB</a:t>
          </a:r>
        </a:p>
      </dgm:t>
    </dgm:pt>
    <dgm:pt modelId="{630A3D01-C48D-433D-B77E-EB6579CC3634}" type="parTrans" cxnId="{BA22AC88-581E-4D6F-B8FE-7B3AB6B827D3}">
      <dgm:prSet/>
      <dgm:spPr/>
      <dgm:t>
        <a:bodyPr/>
        <a:lstStyle/>
        <a:p>
          <a:endParaRPr lang="fr-FR"/>
        </a:p>
      </dgm:t>
    </dgm:pt>
    <dgm:pt modelId="{89935483-EFE6-4184-856F-79EDD5F6A6C5}" type="sibTrans" cxnId="{BA22AC88-581E-4D6F-B8FE-7B3AB6B827D3}">
      <dgm:prSet/>
      <dgm:spPr/>
      <dgm:t>
        <a:bodyPr/>
        <a:lstStyle/>
        <a:p>
          <a:endParaRPr lang="fr-FR"/>
        </a:p>
      </dgm:t>
    </dgm:pt>
    <dgm:pt modelId="{51CD2943-DA12-4AE6-9DD1-E938605943A8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Vérifie les identifiants avec SCRAM</a:t>
          </a:r>
        </a:p>
      </dgm:t>
    </dgm:pt>
    <dgm:pt modelId="{3BB89532-571C-4D18-8BA1-6DBFF5423456}" type="parTrans" cxnId="{23AE8AB2-9278-41F3-B0FA-DF2A2E144BC7}">
      <dgm:prSet/>
      <dgm:spPr/>
      <dgm:t>
        <a:bodyPr/>
        <a:lstStyle/>
        <a:p>
          <a:endParaRPr lang="fr-FR"/>
        </a:p>
      </dgm:t>
    </dgm:pt>
    <dgm:pt modelId="{2C1E3F58-9B85-4A83-B951-E01F7462C0C6}" type="sibTrans" cxnId="{23AE8AB2-9278-41F3-B0FA-DF2A2E144BC7}">
      <dgm:prSet/>
      <dgm:spPr/>
      <dgm:t>
        <a:bodyPr/>
        <a:lstStyle/>
        <a:p>
          <a:endParaRPr lang="fr-FR"/>
        </a:p>
      </dgm:t>
    </dgm:pt>
    <dgm:pt modelId="{F52F75AC-BC32-4B3F-A879-91EE72C25B3F}">
      <dgm:prSet phldrT="[Texte]" phldr="0"/>
      <dgm:spPr>
        <a:gradFill rotWithShape="0">
          <a:gsLst>
            <a:gs pos="3000">
              <a:srgbClr val="00B050"/>
            </a:gs>
            <a:gs pos="100000">
              <a:srgbClr val="FF0000"/>
            </a:gs>
          </a:gsLst>
          <a:lin ang="5400000" scaled="1"/>
        </a:gradFill>
      </dgm:spPr>
      <dgm:t>
        <a:bodyPr/>
        <a:lstStyle/>
        <a:p>
          <a:r>
            <a:rPr lang="fr-FR" dirty="0"/>
            <a:t>ACCÈS AUTORISÉ OU REFUSÉ</a:t>
          </a:r>
        </a:p>
      </dgm:t>
    </dgm:pt>
    <dgm:pt modelId="{1D628ECC-B659-485D-84A8-BFAF04C2680A}" type="parTrans" cxnId="{56CC59C2-F6F8-41ED-9231-1B35A6FA88A7}">
      <dgm:prSet/>
      <dgm:spPr/>
      <dgm:t>
        <a:bodyPr/>
        <a:lstStyle/>
        <a:p>
          <a:endParaRPr lang="fr-FR"/>
        </a:p>
      </dgm:t>
    </dgm:pt>
    <dgm:pt modelId="{DE3EED20-7BC2-427F-A5E0-1FC0D0D4477E}" type="sibTrans" cxnId="{56CC59C2-F6F8-41ED-9231-1B35A6FA88A7}">
      <dgm:prSet/>
      <dgm:spPr/>
      <dgm:t>
        <a:bodyPr/>
        <a:lstStyle/>
        <a:p>
          <a:endParaRPr lang="fr-FR"/>
        </a:p>
      </dgm:t>
    </dgm:pt>
    <dgm:pt modelId="{51C82A41-6F86-4456-891F-7A80D3936FD1}" type="pres">
      <dgm:prSet presAssocID="{348B0897-0693-4F06-8078-7702E0A332D7}" presName="rootnode" presStyleCnt="0">
        <dgm:presLayoutVars>
          <dgm:chMax/>
          <dgm:chPref/>
          <dgm:dir/>
          <dgm:animLvl val="lvl"/>
        </dgm:presLayoutVars>
      </dgm:prSet>
      <dgm:spPr/>
    </dgm:pt>
    <dgm:pt modelId="{C83B41EC-5452-4C38-A045-03B4E14CBF1C}" type="pres">
      <dgm:prSet presAssocID="{EDC22C65-AA27-4D01-8E2A-5F038EBA2240}" presName="composite" presStyleCnt="0"/>
      <dgm:spPr/>
    </dgm:pt>
    <dgm:pt modelId="{9DCB012D-1039-4F84-9A14-8C796D033A6F}" type="pres">
      <dgm:prSet presAssocID="{EDC22C65-AA27-4D01-8E2A-5F038EBA2240}" presName="bentUpArrow1" presStyleLbl="alignImgPlace1" presStyleIdx="0" presStyleCnt="3" custLinFactNeighborX="-3407" custLinFactNeighborY="-34462"/>
      <dgm:spPr/>
    </dgm:pt>
    <dgm:pt modelId="{99797B9A-7852-4B94-BCCE-4129CD09E019}" type="pres">
      <dgm:prSet presAssocID="{EDC22C65-AA27-4D01-8E2A-5F038EBA2240}" presName="ParentText" presStyleLbl="node1" presStyleIdx="0" presStyleCnt="4" custScaleY="44478">
        <dgm:presLayoutVars>
          <dgm:chMax val="1"/>
          <dgm:chPref val="1"/>
          <dgm:bulletEnabled val="1"/>
        </dgm:presLayoutVars>
      </dgm:prSet>
      <dgm:spPr/>
    </dgm:pt>
    <dgm:pt modelId="{A6CE79C6-08E2-413C-970A-487F5AD86ED0}" type="pres">
      <dgm:prSet presAssocID="{EDC22C65-AA27-4D01-8E2A-5F038EBA2240}" presName="ChildText" presStyleLbl="revTx" presStyleIdx="0" presStyleCnt="3" custScaleX="327530" custScaleY="48273" custLinFactX="15926" custLinFactNeighborX="100000" custLinFactNeighborY="1656">
        <dgm:presLayoutVars>
          <dgm:chMax val="0"/>
          <dgm:chPref val="0"/>
          <dgm:bulletEnabled val="1"/>
        </dgm:presLayoutVars>
      </dgm:prSet>
      <dgm:spPr/>
    </dgm:pt>
    <dgm:pt modelId="{428D0836-5CD4-4A81-B539-9D84669B5C02}" type="pres">
      <dgm:prSet presAssocID="{BDCF498A-AC82-41E9-9697-7E8A8B3E3697}" presName="sibTrans" presStyleCnt="0"/>
      <dgm:spPr/>
    </dgm:pt>
    <dgm:pt modelId="{426BCC3C-D7A0-4FA3-AC46-3E518309BFDC}" type="pres">
      <dgm:prSet presAssocID="{82D811EE-38E2-4FEE-989B-05B3F3F788E6}" presName="composite" presStyleCnt="0"/>
      <dgm:spPr/>
    </dgm:pt>
    <dgm:pt modelId="{4C3030BF-94D1-4007-9F6C-AB35A908FD05}" type="pres">
      <dgm:prSet presAssocID="{82D811EE-38E2-4FEE-989B-05B3F3F788E6}" presName="bentUpArrow1" presStyleLbl="alignImgPlace1" presStyleIdx="1" presStyleCnt="3" custLinFactNeighborX="-62860" custLinFactNeighborY="-28491"/>
      <dgm:spPr/>
    </dgm:pt>
    <dgm:pt modelId="{49B00C77-47B5-45AA-A9F4-0A82C2C73E34}" type="pres">
      <dgm:prSet presAssocID="{82D811EE-38E2-4FEE-989B-05B3F3F788E6}" presName="ParentText" presStyleLbl="node1" presStyleIdx="1" presStyleCnt="4" custScaleY="58163" custLinFactNeighborX="-42853" custLinFactNeighborY="-4432">
        <dgm:presLayoutVars>
          <dgm:chMax val="1"/>
          <dgm:chPref val="1"/>
          <dgm:bulletEnabled val="1"/>
        </dgm:presLayoutVars>
      </dgm:prSet>
      <dgm:spPr/>
    </dgm:pt>
    <dgm:pt modelId="{A84A6FFC-5763-4998-B90C-63BD9EC87988}" type="pres">
      <dgm:prSet presAssocID="{82D811EE-38E2-4FEE-989B-05B3F3F788E6}" presName="ChildText" presStyleLbl="revTx" presStyleIdx="1" presStyleCnt="3" custScaleX="211921" custScaleY="46186" custLinFactNeighborX="494" custLinFactNeighborY="-10996">
        <dgm:presLayoutVars>
          <dgm:chMax val="0"/>
          <dgm:chPref val="0"/>
          <dgm:bulletEnabled val="1"/>
        </dgm:presLayoutVars>
      </dgm:prSet>
      <dgm:spPr/>
    </dgm:pt>
    <dgm:pt modelId="{598503AE-B034-416E-B81A-D1D5D5813541}" type="pres">
      <dgm:prSet presAssocID="{5BD5EEFB-314D-4F96-BDA8-BAB4E4BFD31F}" presName="sibTrans" presStyleCnt="0"/>
      <dgm:spPr/>
    </dgm:pt>
    <dgm:pt modelId="{C3FE1654-56F8-4C1D-92EC-40C4CD4692F2}" type="pres">
      <dgm:prSet presAssocID="{71BA5D79-4D4C-4CF3-96FA-8863886D9C29}" presName="composite" presStyleCnt="0"/>
      <dgm:spPr/>
    </dgm:pt>
    <dgm:pt modelId="{86C7C19D-A6E3-4E09-9864-BC174CFF8C77}" type="pres">
      <dgm:prSet presAssocID="{71BA5D79-4D4C-4CF3-96FA-8863886D9C29}" presName="bentUpArrow1" presStyleLbl="alignImgPlace1" presStyleIdx="2" presStyleCnt="3" custLinFactX="-32565" custLinFactNeighborX="-100000" custLinFactNeighborY="-24083"/>
      <dgm:spPr/>
    </dgm:pt>
    <dgm:pt modelId="{054347E8-DD7E-45C8-8F56-F0D8AE35FAE5}" type="pres">
      <dgm:prSet presAssocID="{71BA5D79-4D4C-4CF3-96FA-8863886D9C29}" presName="ParentText" presStyleLbl="node1" presStyleIdx="2" presStyleCnt="4" custScaleY="45984" custLinFactNeighborX="-83403" custLinFactNeighborY="3292">
        <dgm:presLayoutVars>
          <dgm:chMax val="1"/>
          <dgm:chPref val="1"/>
          <dgm:bulletEnabled val="1"/>
        </dgm:presLayoutVars>
      </dgm:prSet>
      <dgm:spPr/>
    </dgm:pt>
    <dgm:pt modelId="{B44FD464-5293-43FD-AAA7-B36253C3502D}" type="pres">
      <dgm:prSet presAssocID="{71BA5D79-4D4C-4CF3-96FA-8863886D9C29}" presName="ChildText" presStyleLbl="revTx" presStyleIdx="2" presStyleCnt="3" custScaleX="193576" custScaleY="36279" custLinFactNeighborX="-63416" custLinFactNeighborY="10529">
        <dgm:presLayoutVars>
          <dgm:chMax val="0"/>
          <dgm:chPref val="0"/>
          <dgm:bulletEnabled val="1"/>
        </dgm:presLayoutVars>
      </dgm:prSet>
      <dgm:spPr/>
    </dgm:pt>
    <dgm:pt modelId="{DDD7C59C-44F1-4D3C-B9A0-F1D9D2CEECB5}" type="pres">
      <dgm:prSet presAssocID="{89935483-EFE6-4184-856F-79EDD5F6A6C5}" presName="sibTrans" presStyleCnt="0"/>
      <dgm:spPr/>
    </dgm:pt>
    <dgm:pt modelId="{9139887F-855D-4916-AC87-0519DE2AF7A0}" type="pres">
      <dgm:prSet presAssocID="{F52F75AC-BC32-4B3F-A879-91EE72C25B3F}" presName="composite" presStyleCnt="0"/>
      <dgm:spPr/>
    </dgm:pt>
    <dgm:pt modelId="{AA6EE17C-A545-425B-AA09-F4ED51C47F87}" type="pres">
      <dgm:prSet presAssocID="{F52F75AC-BC32-4B3F-A879-91EE72C25B3F}" presName="ParentText" presStyleLbl="node1" presStyleIdx="3" presStyleCnt="4" custLinFactX="-29021" custLinFactNeighborX="-100000" custLinFactNeighborY="-18617">
        <dgm:presLayoutVars>
          <dgm:chMax val="1"/>
          <dgm:chPref val="1"/>
          <dgm:bulletEnabled val="1"/>
        </dgm:presLayoutVars>
      </dgm:prSet>
      <dgm:spPr/>
    </dgm:pt>
  </dgm:ptLst>
  <dgm:cxnLst>
    <dgm:cxn modelId="{847A6D02-6CC5-4837-8D9E-6D3E9FF5A1B8}" srcId="{348B0897-0693-4F06-8078-7702E0A332D7}" destId="{82D811EE-38E2-4FEE-989B-05B3F3F788E6}" srcOrd="1" destOrd="0" parTransId="{43A8CE92-12F8-4912-B6C8-A6C431A537CA}" sibTransId="{5BD5EEFB-314D-4F96-BDA8-BAB4E4BFD31F}"/>
    <dgm:cxn modelId="{E4EB480E-BC2B-45B4-AA9D-A20B2CEE4CB3}" type="presOf" srcId="{EDC22C65-AA27-4D01-8E2A-5F038EBA2240}" destId="{99797B9A-7852-4B94-BCCE-4129CD09E019}" srcOrd="0" destOrd="0" presId="urn:microsoft.com/office/officeart/2005/8/layout/StepDownProcess"/>
    <dgm:cxn modelId="{867FD60E-6E6E-4782-A86E-EB21A64B25B3}" type="presOf" srcId="{71BA5D79-4D4C-4CF3-96FA-8863886D9C29}" destId="{054347E8-DD7E-45C8-8F56-F0D8AE35FAE5}" srcOrd="0" destOrd="0" presId="urn:microsoft.com/office/officeart/2005/8/layout/StepDownProcess"/>
    <dgm:cxn modelId="{0477F80F-E319-45F5-8768-5AF7594A0F55}" type="presOf" srcId="{348B0897-0693-4F06-8078-7702E0A332D7}" destId="{51C82A41-6F86-4456-891F-7A80D3936FD1}" srcOrd="0" destOrd="0" presId="urn:microsoft.com/office/officeart/2005/8/layout/StepDownProcess"/>
    <dgm:cxn modelId="{0458FA21-8EA9-4A3F-A4D1-2865B6DEA1FA}" srcId="{82D811EE-38E2-4FEE-989B-05B3F3F788E6}" destId="{88B902EB-D736-4D35-934D-E917C2A8CEE9}" srcOrd="0" destOrd="0" parTransId="{922A6BE2-5398-4973-A035-1FF51DE94BA0}" sibTransId="{D0996E1D-E896-4539-AE95-5BC859689CAF}"/>
    <dgm:cxn modelId="{362F7122-702E-4180-824D-7020A04836E1}" srcId="{348B0897-0693-4F06-8078-7702E0A332D7}" destId="{EDC22C65-AA27-4D01-8E2A-5F038EBA2240}" srcOrd="0" destOrd="0" parTransId="{DD53239C-4711-457E-80B3-FB95F9E40FBB}" sibTransId="{BDCF498A-AC82-41E9-9697-7E8A8B3E3697}"/>
    <dgm:cxn modelId="{7609013E-C811-4983-B9FE-B8DEF5E89065}" type="presOf" srcId="{370B1893-4C07-4D8A-8243-892A7C75F6FC}" destId="{A6CE79C6-08E2-413C-970A-487F5AD86ED0}" srcOrd="0" destOrd="0" presId="urn:microsoft.com/office/officeart/2005/8/layout/StepDownProcess"/>
    <dgm:cxn modelId="{BA22AC88-581E-4D6F-B8FE-7B3AB6B827D3}" srcId="{348B0897-0693-4F06-8078-7702E0A332D7}" destId="{71BA5D79-4D4C-4CF3-96FA-8863886D9C29}" srcOrd="2" destOrd="0" parTransId="{630A3D01-C48D-433D-B77E-EB6579CC3634}" sibTransId="{89935483-EFE6-4184-856F-79EDD5F6A6C5}"/>
    <dgm:cxn modelId="{0A7BAF8F-5A3E-4D69-AE91-E4D842AC5D76}" type="presOf" srcId="{88B902EB-D736-4D35-934D-E917C2A8CEE9}" destId="{A84A6FFC-5763-4998-B90C-63BD9EC87988}" srcOrd="0" destOrd="0" presId="urn:microsoft.com/office/officeart/2005/8/layout/StepDownProcess"/>
    <dgm:cxn modelId="{40551793-8BCA-42E4-807F-B1E48057BED5}" srcId="{EDC22C65-AA27-4D01-8E2A-5F038EBA2240}" destId="{370B1893-4C07-4D8A-8243-892A7C75F6FC}" srcOrd="0" destOrd="0" parTransId="{EC121CDA-2042-46A9-855C-F9A029D4DE5D}" sibTransId="{9C1BEE60-7654-44AF-AE5E-27F5D89BEA58}"/>
    <dgm:cxn modelId="{84383B95-7AE1-4B39-AC11-35797CEB012C}" type="presOf" srcId="{F52F75AC-BC32-4B3F-A879-91EE72C25B3F}" destId="{AA6EE17C-A545-425B-AA09-F4ED51C47F87}" srcOrd="0" destOrd="0" presId="urn:microsoft.com/office/officeart/2005/8/layout/StepDownProcess"/>
    <dgm:cxn modelId="{88736D97-AB2E-42A3-B3DD-E290BE6DA81C}" type="presOf" srcId="{82D811EE-38E2-4FEE-989B-05B3F3F788E6}" destId="{49B00C77-47B5-45AA-A9F4-0A82C2C73E34}" srcOrd="0" destOrd="0" presId="urn:microsoft.com/office/officeart/2005/8/layout/StepDownProcess"/>
    <dgm:cxn modelId="{23AE8AB2-9278-41F3-B0FA-DF2A2E144BC7}" srcId="{71BA5D79-4D4C-4CF3-96FA-8863886D9C29}" destId="{51CD2943-DA12-4AE6-9DD1-E938605943A8}" srcOrd="0" destOrd="0" parTransId="{3BB89532-571C-4D18-8BA1-6DBFF5423456}" sibTransId="{2C1E3F58-9B85-4A83-B951-E01F7462C0C6}"/>
    <dgm:cxn modelId="{56CC59C2-F6F8-41ED-9231-1B35A6FA88A7}" srcId="{348B0897-0693-4F06-8078-7702E0A332D7}" destId="{F52F75AC-BC32-4B3F-A879-91EE72C25B3F}" srcOrd="3" destOrd="0" parTransId="{1D628ECC-B659-485D-84A8-BFAF04C2680A}" sibTransId="{DE3EED20-7BC2-427F-A5E0-1FC0D0D4477E}"/>
    <dgm:cxn modelId="{B694AEDD-5CD8-452B-B3BE-2400A0063792}" type="presOf" srcId="{51CD2943-DA12-4AE6-9DD1-E938605943A8}" destId="{B44FD464-5293-43FD-AAA7-B36253C3502D}" srcOrd="0" destOrd="0" presId="urn:microsoft.com/office/officeart/2005/8/layout/StepDownProcess"/>
    <dgm:cxn modelId="{671702B1-F9A6-4157-95AB-580EBA0C7206}" type="presParOf" srcId="{51C82A41-6F86-4456-891F-7A80D3936FD1}" destId="{C83B41EC-5452-4C38-A045-03B4E14CBF1C}" srcOrd="0" destOrd="0" presId="urn:microsoft.com/office/officeart/2005/8/layout/StepDownProcess"/>
    <dgm:cxn modelId="{F8A0FA83-2D4D-40CC-AEDA-640804F7A6AC}" type="presParOf" srcId="{C83B41EC-5452-4C38-A045-03B4E14CBF1C}" destId="{9DCB012D-1039-4F84-9A14-8C796D033A6F}" srcOrd="0" destOrd="0" presId="urn:microsoft.com/office/officeart/2005/8/layout/StepDownProcess"/>
    <dgm:cxn modelId="{890920D2-FEA9-4363-8AF1-9E8E35BA5C4F}" type="presParOf" srcId="{C83B41EC-5452-4C38-A045-03B4E14CBF1C}" destId="{99797B9A-7852-4B94-BCCE-4129CD09E019}" srcOrd="1" destOrd="0" presId="urn:microsoft.com/office/officeart/2005/8/layout/StepDownProcess"/>
    <dgm:cxn modelId="{D5D2536A-C9EF-4386-A5ED-81970DF832C4}" type="presParOf" srcId="{C83B41EC-5452-4C38-A045-03B4E14CBF1C}" destId="{A6CE79C6-08E2-413C-970A-487F5AD86ED0}" srcOrd="2" destOrd="0" presId="urn:microsoft.com/office/officeart/2005/8/layout/StepDownProcess"/>
    <dgm:cxn modelId="{587527B7-B35F-4977-B4D6-5D1154CE328B}" type="presParOf" srcId="{51C82A41-6F86-4456-891F-7A80D3936FD1}" destId="{428D0836-5CD4-4A81-B539-9D84669B5C02}" srcOrd="1" destOrd="0" presId="urn:microsoft.com/office/officeart/2005/8/layout/StepDownProcess"/>
    <dgm:cxn modelId="{6A241D02-2FD8-465C-8004-C2B4CA921FFE}" type="presParOf" srcId="{51C82A41-6F86-4456-891F-7A80D3936FD1}" destId="{426BCC3C-D7A0-4FA3-AC46-3E518309BFDC}" srcOrd="2" destOrd="0" presId="urn:microsoft.com/office/officeart/2005/8/layout/StepDownProcess"/>
    <dgm:cxn modelId="{DC285608-1896-44B8-AF66-9D7E6C22D803}" type="presParOf" srcId="{426BCC3C-D7A0-4FA3-AC46-3E518309BFDC}" destId="{4C3030BF-94D1-4007-9F6C-AB35A908FD05}" srcOrd="0" destOrd="0" presId="urn:microsoft.com/office/officeart/2005/8/layout/StepDownProcess"/>
    <dgm:cxn modelId="{F002FEDC-9DDB-495B-BFB3-E3DED0D2EB58}" type="presParOf" srcId="{426BCC3C-D7A0-4FA3-AC46-3E518309BFDC}" destId="{49B00C77-47B5-45AA-A9F4-0A82C2C73E34}" srcOrd="1" destOrd="0" presId="urn:microsoft.com/office/officeart/2005/8/layout/StepDownProcess"/>
    <dgm:cxn modelId="{6C2D7040-76CA-40F7-B2AC-96BFBE6DFDDC}" type="presParOf" srcId="{426BCC3C-D7A0-4FA3-AC46-3E518309BFDC}" destId="{A84A6FFC-5763-4998-B90C-63BD9EC87988}" srcOrd="2" destOrd="0" presId="urn:microsoft.com/office/officeart/2005/8/layout/StepDownProcess"/>
    <dgm:cxn modelId="{035EF21B-54BD-45DD-BA38-7FD98DC206D8}" type="presParOf" srcId="{51C82A41-6F86-4456-891F-7A80D3936FD1}" destId="{598503AE-B034-416E-B81A-D1D5D5813541}" srcOrd="3" destOrd="0" presId="urn:microsoft.com/office/officeart/2005/8/layout/StepDownProcess"/>
    <dgm:cxn modelId="{29B32D46-17C2-48E9-9209-E60AC71F91E0}" type="presParOf" srcId="{51C82A41-6F86-4456-891F-7A80D3936FD1}" destId="{C3FE1654-56F8-4C1D-92EC-40C4CD4692F2}" srcOrd="4" destOrd="0" presId="urn:microsoft.com/office/officeart/2005/8/layout/StepDownProcess"/>
    <dgm:cxn modelId="{2D319207-5DDB-4E98-87EE-5FD24CB16155}" type="presParOf" srcId="{C3FE1654-56F8-4C1D-92EC-40C4CD4692F2}" destId="{86C7C19D-A6E3-4E09-9864-BC174CFF8C77}" srcOrd="0" destOrd="0" presId="urn:microsoft.com/office/officeart/2005/8/layout/StepDownProcess"/>
    <dgm:cxn modelId="{CDF2402E-20B4-4ACC-A1CA-E3959D747166}" type="presParOf" srcId="{C3FE1654-56F8-4C1D-92EC-40C4CD4692F2}" destId="{054347E8-DD7E-45C8-8F56-F0D8AE35FAE5}" srcOrd="1" destOrd="0" presId="urn:microsoft.com/office/officeart/2005/8/layout/StepDownProcess"/>
    <dgm:cxn modelId="{7B758CCF-CD59-48FB-8221-277D71FA43C2}" type="presParOf" srcId="{C3FE1654-56F8-4C1D-92EC-40C4CD4692F2}" destId="{B44FD464-5293-43FD-AAA7-B36253C3502D}" srcOrd="2" destOrd="0" presId="urn:microsoft.com/office/officeart/2005/8/layout/StepDownProcess"/>
    <dgm:cxn modelId="{E65BFF8E-6C6D-4FBC-B4F8-AB4E17EB9E29}" type="presParOf" srcId="{51C82A41-6F86-4456-891F-7A80D3936FD1}" destId="{DDD7C59C-44F1-4D3C-B9A0-F1D9D2CEECB5}" srcOrd="5" destOrd="0" presId="urn:microsoft.com/office/officeart/2005/8/layout/StepDownProcess"/>
    <dgm:cxn modelId="{E232ED8B-7886-4B47-B9D5-8BA879A53518}" type="presParOf" srcId="{51C82A41-6F86-4456-891F-7A80D3936FD1}" destId="{9139887F-855D-4916-AC87-0519DE2AF7A0}" srcOrd="6" destOrd="0" presId="urn:microsoft.com/office/officeart/2005/8/layout/StepDownProcess"/>
    <dgm:cxn modelId="{DD8D0190-5BC6-4964-B673-29D089622DF8}" type="presParOf" srcId="{9139887F-855D-4916-AC87-0519DE2AF7A0}" destId="{AA6EE17C-A545-425B-AA09-F4ED51C47F87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3676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1- Contexte de la mission</a:t>
          </a:r>
        </a:p>
      </dsp:txBody>
      <dsp:txXfrm>
        <a:off x="23388" y="27064"/>
        <a:ext cx="11301439" cy="432338"/>
      </dsp:txXfrm>
    </dsp:sp>
    <dsp:sp modelId="{90650EEF-1F9D-463E-A867-D4AB9F2E38B6}">
      <dsp:nvSpPr>
        <dsp:cNvPr id="0" name=""/>
        <dsp:cNvSpPr/>
      </dsp:nvSpPr>
      <dsp:spPr>
        <a:xfrm>
          <a:off x="0" y="543271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0" kern="1200" dirty="0"/>
            <a:t>2- Architecture projet et </a:t>
          </a:r>
          <a:r>
            <a:rPr lang="fr-FR" sz="2100" b="0" kern="1200" dirty="0" err="1"/>
            <a:t>database</a:t>
          </a:r>
          <a:endParaRPr lang="fr-FR" sz="2100" b="0" kern="1200" dirty="0"/>
        </a:p>
      </dsp:txBody>
      <dsp:txXfrm>
        <a:off x="23388" y="566659"/>
        <a:ext cx="11301439" cy="432338"/>
      </dsp:txXfrm>
    </dsp:sp>
    <dsp:sp modelId="{C0F2F60F-49A7-486C-BA84-7742A146D8C7}">
      <dsp:nvSpPr>
        <dsp:cNvPr id="0" name=""/>
        <dsp:cNvSpPr/>
      </dsp:nvSpPr>
      <dsp:spPr>
        <a:xfrm>
          <a:off x="0" y="1082866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3- Nettoyage &amp; Migration des données vers MongoDB</a:t>
          </a:r>
        </a:p>
      </dsp:txBody>
      <dsp:txXfrm>
        <a:off x="23388" y="1106254"/>
        <a:ext cx="11301439" cy="432338"/>
      </dsp:txXfrm>
    </dsp:sp>
    <dsp:sp modelId="{188E501D-B60D-4714-8E70-1CD5D6D0CD0B}">
      <dsp:nvSpPr>
        <dsp:cNvPr id="0" name=""/>
        <dsp:cNvSpPr/>
      </dsp:nvSpPr>
      <dsp:spPr>
        <a:xfrm>
          <a:off x="0" y="1622461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4- Tests automatisés</a:t>
          </a:r>
        </a:p>
      </dsp:txBody>
      <dsp:txXfrm>
        <a:off x="23388" y="1645849"/>
        <a:ext cx="11301439" cy="432338"/>
      </dsp:txXfrm>
    </dsp:sp>
    <dsp:sp modelId="{DF10A574-F3D9-4FC2-A6EE-E7E8311CF638}">
      <dsp:nvSpPr>
        <dsp:cNvPr id="0" name=""/>
        <dsp:cNvSpPr/>
      </dsp:nvSpPr>
      <dsp:spPr>
        <a:xfrm>
          <a:off x="0" y="2162056"/>
          <a:ext cx="11348215" cy="47911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5-Pipeline migration</a:t>
          </a:r>
        </a:p>
      </dsp:txBody>
      <dsp:txXfrm>
        <a:off x="23388" y="2185444"/>
        <a:ext cx="11301439" cy="432338"/>
      </dsp:txXfrm>
    </dsp:sp>
    <dsp:sp modelId="{9F5EF941-1609-4E21-A343-705F89535533}">
      <dsp:nvSpPr>
        <dsp:cNvPr id="0" name=""/>
        <dsp:cNvSpPr/>
      </dsp:nvSpPr>
      <dsp:spPr>
        <a:xfrm>
          <a:off x="0" y="2701651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6- Conteneurisation avec Docker</a:t>
          </a:r>
        </a:p>
      </dsp:txBody>
      <dsp:txXfrm>
        <a:off x="23388" y="2725039"/>
        <a:ext cx="11301439" cy="432338"/>
      </dsp:txXfrm>
    </dsp:sp>
    <dsp:sp modelId="{F241338E-DAFB-437E-BAC6-556E992CF66B}">
      <dsp:nvSpPr>
        <dsp:cNvPr id="0" name=""/>
        <dsp:cNvSpPr/>
      </dsp:nvSpPr>
      <dsp:spPr>
        <a:xfrm>
          <a:off x="0" y="3241246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7- Authentification et rôles</a:t>
          </a:r>
        </a:p>
      </dsp:txBody>
      <dsp:txXfrm>
        <a:off x="23388" y="3264634"/>
        <a:ext cx="11301439" cy="432338"/>
      </dsp:txXfrm>
    </dsp:sp>
    <dsp:sp modelId="{90591D31-65EE-4DA0-8561-30BC79B7A697}">
      <dsp:nvSpPr>
        <dsp:cNvPr id="0" name=""/>
        <dsp:cNvSpPr/>
      </dsp:nvSpPr>
      <dsp:spPr>
        <a:xfrm>
          <a:off x="0" y="3780841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8- Déploiement Cloud AWS</a:t>
          </a:r>
        </a:p>
      </dsp:txBody>
      <dsp:txXfrm>
        <a:off x="23388" y="3804229"/>
        <a:ext cx="11301439" cy="432338"/>
      </dsp:txXfrm>
    </dsp:sp>
    <dsp:sp modelId="{D4DC913A-6ED4-48D2-90EB-B0B079635BD9}">
      <dsp:nvSpPr>
        <dsp:cNvPr id="0" name=""/>
        <dsp:cNvSpPr/>
      </dsp:nvSpPr>
      <dsp:spPr>
        <a:xfrm>
          <a:off x="0" y="4320436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9- Justification des choix technologiques</a:t>
          </a:r>
        </a:p>
      </dsp:txBody>
      <dsp:txXfrm>
        <a:off x="23388" y="4343824"/>
        <a:ext cx="11301439" cy="4323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D448B0-121F-4358-97A9-F6E2FEC30AF3}">
      <dsp:nvSpPr>
        <dsp:cNvPr id="0" name=""/>
        <dsp:cNvSpPr/>
      </dsp:nvSpPr>
      <dsp:spPr>
        <a:xfrm>
          <a:off x="1594349" y="2189556"/>
          <a:ext cx="2968614" cy="198006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L'entreprise </a:t>
          </a:r>
          <a:r>
            <a:rPr lang="fr-FR" sz="1700" kern="1200" dirty="0" err="1"/>
            <a:t>Datasolutech</a:t>
          </a:r>
          <a:r>
            <a:rPr lang="fr-FR" sz="1700" kern="1200" dirty="0"/>
            <a:t> collecte des données de santé et souhaite les stocker dans une base MongoDB pour en faciliter l'accès et l'exploitation</a:t>
          </a:r>
        </a:p>
      </dsp:txBody>
      <dsp:txXfrm>
        <a:off x="2069327" y="2189556"/>
        <a:ext cx="2493636" cy="1980065"/>
      </dsp:txXfrm>
    </dsp:sp>
    <dsp:sp modelId="{7D4EA29B-EB1C-4F3A-B15B-16FD3E6462A1}">
      <dsp:nvSpPr>
        <dsp:cNvPr id="0" name=""/>
        <dsp:cNvSpPr/>
      </dsp:nvSpPr>
      <dsp:spPr>
        <a:xfrm>
          <a:off x="1856" y="2110096"/>
          <a:ext cx="1979076" cy="1979076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CONTEXTE ENTREPRISE</a:t>
          </a:r>
        </a:p>
      </dsp:txBody>
      <dsp:txXfrm>
        <a:off x="291685" y="2399925"/>
        <a:ext cx="1399418" cy="1399418"/>
      </dsp:txXfrm>
    </dsp:sp>
    <dsp:sp modelId="{1A72583D-10D7-4295-A3F2-358394A32D2E}">
      <dsp:nvSpPr>
        <dsp:cNvPr id="0" name=""/>
        <dsp:cNvSpPr/>
      </dsp:nvSpPr>
      <dsp:spPr>
        <a:xfrm>
          <a:off x="1551829" y="4379093"/>
          <a:ext cx="2968614" cy="1980065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Automatiser la migration des données CSV vers MongoDB avec nettoyage, validation, création d'index et export, le tout dans un environnement Docker reproductible.</a:t>
          </a:r>
        </a:p>
      </dsp:txBody>
      <dsp:txXfrm>
        <a:off x="2026807" y="4379093"/>
        <a:ext cx="2493636" cy="1980065"/>
      </dsp:txXfrm>
    </dsp:sp>
    <dsp:sp modelId="{825F003D-E4CB-46D3-B334-03393001281F}">
      <dsp:nvSpPr>
        <dsp:cNvPr id="0" name=""/>
        <dsp:cNvSpPr/>
      </dsp:nvSpPr>
      <dsp:spPr>
        <a:xfrm>
          <a:off x="0" y="4380096"/>
          <a:ext cx="1979076" cy="1979076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BESOIN ENTREPRISE</a:t>
          </a:r>
        </a:p>
      </dsp:txBody>
      <dsp:txXfrm>
        <a:off x="289829" y="4669925"/>
        <a:ext cx="1399418" cy="139941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02B600-6199-4283-9B78-8966288F6151}">
      <dsp:nvSpPr>
        <dsp:cNvPr id="0" name=""/>
        <dsp:cNvSpPr/>
      </dsp:nvSpPr>
      <dsp:spPr>
        <a:xfrm>
          <a:off x="3370381" y="4535059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5D5758-C05C-4C88-81A0-5857D295917B}">
      <dsp:nvSpPr>
        <dsp:cNvPr id="0" name=""/>
        <dsp:cNvSpPr/>
      </dsp:nvSpPr>
      <dsp:spPr>
        <a:xfrm>
          <a:off x="3210792" y="4603485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8B4F19-ECE7-4A50-AAC9-225DC1B316F0}">
      <dsp:nvSpPr>
        <dsp:cNvPr id="0" name=""/>
        <dsp:cNvSpPr/>
      </dsp:nvSpPr>
      <dsp:spPr>
        <a:xfrm>
          <a:off x="3048203" y="4661754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E85BB-31C4-454A-88A7-2CC4E903827D}">
      <dsp:nvSpPr>
        <dsp:cNvPr id="0" name=""/>
        <dsp:cNvSpPr/>
      </dsp:nvSpPr>
      <dsp:spPr>
        <a:xfrm>
          <a:off x="2883215" y="4709331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2B381C-C5A6-47CB-964F-1E8DCEB35E43}">
      <dsp:nvSpPr>
        <dsp:cNvPr id="0" name=""/>
        <dsp:cNvSpPr/>
      </dsp:nvSpPr>
      <dsp:spPr>
        <a:xfrm>
          <a:off x="2716427" y="4746217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8911C7-8E23-49E6-9D55-44E0464AA3CD}">
      <dsp:nvSpPr>
        <dsp:cNvPr id="0" name=""/>
        <dsp:cNvSpPr/>
      </dsp:nvSpPr>
      <dsp:spPr>
        <a:xfrm>
          <a:off x="4276317" y="3894099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90A714-9AE4-46BE-8DB1-953B1DE3BA00}">
      <dsp:nvSpPr>
        <dsp:cNvPr id="0" name=""/>
        <dsp:cNvSpPr/>
      </dsp:nvSpPr>
      <dsp:spPr>
        <a:xfrm>
          <a:off x="4143126" y="4021329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AD86C5-4E25-419C-BCF6-ABC5C392761F}">
      <dsp:nvSpPr>
        <dsp:cNvPr id="0" name=""/>
        <dsp:cNvSpPr/>
      </dsp:nvSpPr>
      <dsp:spPr>
        <a:xfrm>
          <a:off x="4854676" y="3138739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48C091-42E8-404F-941E-BD299420EBCC}">
      <dsp:nvSpPr>
        <dsp:cNvPr id="0" name=""/>
        <dsp:cNvSpPr/>
      </dsp:nvSpPr>
      <dsp:spPr>
        <a:xfrm>
          <a:off x="5246448" y="2245458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692AF3-871E-43F5-8327-3B337DD4E5F9}">
      <dsp:nvSpPr>
        <dsp:cNvPr id="0" name=""/>
        <dsp:cNvSpPr/>
      </dsp:nvSpPr>
      <dsp:spPr>
        <a:xfrm>
          <a:off x="5433035" y="1315292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54507-8172-426E-A37E-1BBACBC8AE15}">
      <dsp:nvSpPr>
        <dsp:cNvPr id="0" name=""/>
        <dsp:cNvSpPr/>
      </dsp:nvSpPr>
      <dsp:spPr>
        <a:xfrm>
          <a:off x="5270446" y="209783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9CE09B-6545-4B68-B4C7-CFFE919FEDB5}">
      <dsp:nvSpPr>
        <dsp:cNvPr id="0" name=""/>
        <dsp:cNvSpPr/>
      </dsp:nvSpPr>
      <dsp:spPr>
        <a:xfrm>
          <a:off x="5381438" y="120509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D6BF13-C4E4-4FC0-9E76-429C13A116FC}">
      <dsp:nvSpPr>
        <dsp:cNvPr id="0" name=""/>
        <dsp:cNvSpPr/>
      </dsp:nvSpPr>
      <dsp:spPr>
        <a:xfrm>
          <a:off x="5493031" y="31234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AC7F34-D820-4254-8B70-0CDE79A175D6}">
      <dsp:nvSpPr>
        <dsp:cNvPr id="0" name=""/>
        <dsp:cNvSpPr/>
      </dsp:nvSpPr>
      <dsp:spPr>
        <a:xfrm>
          <a:off x="5604023" y="120509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419D26-6246-44DD-8CC0-A6791650D76D}">
      <dsp:nvSpPr>
        <dsp:cNvPr id="0" name=""/>
        <dsp:cNvSpPr/>
      </dsp:nvSpPr>
      <dsp:spPr>
        <a:xfrm>
          <a:off x="5715015" y="209783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969372-92CA-44A8-AF4C-291DC111B73F}">
      <dsp:nvSpPr>
        <dsp:cNvPr id="0" name=""/>
        <dsp:cNvSpPr/>
      </dsp:nvSpPr>
      <dsp:spPr>
        <a:xfrm>
          <a:off x="5493031" y="219406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64A83E-0DCC-4C4C-A4E1-AC7D3FEBDF01}">
      <dsp:nvSpPr>
        <dsp:cNvPr id="0" name=""/>
        <dsp:cNvSpPr/>
      </dsp:nvSpPr>
      <dsp:spPr>
        <a:xfrm>
          <a:off x="5493031" y="407577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89980D-742A-4D2C-9177-8E1F9AB1DDC3}">
      <dsp:nvSpPr>
        <dsp:cNvPr id="0" name=""/>
        <dsp:cNvSpPr/>
      </dsp:nvSpPr>
      <dsp:spPr>
        <a:xfrm>
          <a:off x="2329754" y="4881008"/>
          <a:ext cx="1617485" cy="43354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Nettoyage des données</a:t>
          </a:r>
        </a:p>
      </dsp:txBody>
      <dsp:txXfrm>
        <a:off x="2350918" y="4902172"/>
        <a:ext cx="1575157" cy="391215"/>
      </dsp:txXfrm>
    </dsp:sp>
    <dsp:sp modelId="{6721F1D2-4BC4-4ECD-8225-56EFC36C093A}">
      <dsp:nvSpPr>
        <dsp:cNvPr id="0" name=""/>
        <dsp:cNvSpPr/>
      </dsp:nvSpPr>
      <dsp:spPr>
        <a:xfrm>
          <a:off x="1950251" y="4413210"/>
          <a:ext cx="749946" cy="750013"/>
        </a:xfrm>
        <a:prstGeom prst="ellipse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D6A72B-7B7A-4F13-88A6-81B630879BA4}">
      <dsp:nvSpPr>
        <dsp:cNvPr id="0" name=""/>
        <dsp:cNvSpPr/>
      </dsp:nvSpPr>
      <dsp:spPr>
        <a:xfrm>
          <a:off x="3880645" y="4365139"/>
          <a:ext cx="1617485" cy="43354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Migration CSV → MongoDB</a:t>
          </a:r>
        </a:p>
      </dsp:txBody>
      <dsp:txXfrm>
        <a:off x="3901809" y="4386303"/>
        <a:ext cx="1575157" cy="391215"/>
      </dsp:txXfrm>
    </dsp:sp>
    <dsp:sp modelId="{BFD66475-5812-41BC-BE13-0B015218EA40}">
      <dsp:nvSpPr>
        <dsp:cNvPr id="0" name=""/>
        <dsp:cNvSpPr/>
      </dsp:nvSpPr>
      <dsp:spPr>
        <a:xfrm>
          <a:off x="3431876" y="3939882"/>
          <a:ext cx="749946" cy="750013"/>
        </a:xfrm>
        <a:prstGeom prst="ellipse">
          <a:avLst/>
        </a:prstGeom>
        <a:solidFill>
          <a:srgbClr val="27CED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2CC92D-8854-490F-A173-3972597CC3F3}">
      <dsp:nvSpPr>
        <dsp:cNvPr id="0" name=""/>
        <dsp:cNvSpPr/>
      </dsp:nvSpPr>
      <dsp:spPr>
        <a:xfrm>
          <a:off x="4645591" y="3592673"/>
          <a:ext cx="1617485" cy="433543"/>
        </a:xfrm>
        <a:prstGeom prst="roundRect">
          <a:avLst/>
        </a:prstGeom>
        <a:solidFill>
          <a:srgbClr val="42BA9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Opérations CRUD</a:t>
          </a:r>
        </a:p>
      </dsp:txBody>
      <dsp:txXfrm>
        <a:off x="4666755" y="3613837"/>
        <a:ext cx="1575157" cy="391215"/>
      </dsp:txXfrm>
    </dsp:sp>
    <dsp:sp modelId="{26A3F898-6679-4925-8474-0E7D0AF80631}">
      <dsp:nvSpPr>
        <dsp:cNvPr id="0" name=""/>
        <dsp:cNvSpPr/>
      </dsp:nvSpPr>
      <dsp:spPr>
        <a:xfrm>
          <a:off x="4196822" y="3167416"/>
          <a:ext cx="749946" cy="750013"/>
        </a:xfrm>
        <a:prstGeom prst="ellipse">
          <a:avLst/>
        </a:prstGeom>
        <a:solidFill>
          <a:srgbClr val="42BA9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5D06D2-B15B-407C-A4B7-D4E9E9702F4E}">
      <dsp:nvSpPr>
        <dsp:cNvPr id="0" name=""/>
        <dsp:cNvSpPr/>
      </dsp:nvSpPr>
      <dsp:spPr>
        <a:xfrm>
          <a:off x="5106958" y="2746970"/>
          <a:ext cx="1617485" cy="433543"/>
        </a:xfrm>
        <a:prstGeom prst="roundRect">
          <a:avLst/>
        </a:prstGeom>
        <a:solidFill>
          <a:srgbClr val="3E8853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Conteneurisation Docker</a:t>
          </a:r>
        </a:p>
      </dsp:txBody>
      <dsp:txXfrm>
        <a:off x="5128122" y="2768134"/>
        <a:ext cx="1575157" cy="391215"/>
      </dsp:txXfrm>
    </dsp:sp>
    <dsp:sp modelId="{ADC361E6-77B8-4510-8BBD-575C95833A80}">
      <dsp:nvSpPr>
        <dsp:cNvPr id="0" name=""/>
        <dsp:cNvSpPr/>
      </dsp:nvSpPr>
      <dsp:spPr>
        <a:xfrm>
          <a:off x="4658190" y="2321713"/>
          <a:ext cx="749946" cy="750013"/>
        </a:xfrm>
        <a:prstGeom prst="ellipse">
          <a:avLst/>
        </a:prstGeom>
        <a:solidFill>
          <a:srgbClr val="3E8853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729203-CD15-49DB-BD0D-D6D2B809A811}">
      <dsp:nvSpPr>
        <dsp:cNvPr id="0" name=""/>
        <dsp:cNvSpPr/>
      </dsp:nvSpPr>
      <dsp:spPr>
        <a:xfrm>
          <a:off x="5404537" y="1836048"/>
          <a:ext cx="1617485" cy="433543"/>
        </a:xfrm>
        <a:prstGeom prst="roundRect">
          <a:avLst/>
        </a:prstGeom>
        <a:solidFill>
          <a:srgbClr val="62A39F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Tests automatisés</a:t>
          </a:r>
        </a:p>
      </dsp:txBody>
      <dsp:txXfrm>
        <a:off x="5425701" y="1857212"/>
        <a:ext cx="1575157" cy="391215"/>
      </dsp:txXfrm>
    </dsp:sp>
    <dsp:sp modelId="{038BF80C-776D-475E-9C3B-71477669AF01}">
      <dsp:nvSpPr>
        <dsp:cNvPr id="0" name=""/>
        <dsp:cNvSpPr/>
      </dsp:nvSpPr>
      <dsp:spPr>
        <a:xfrm>
          <a:off x="4955769" y="1410791"/>
          <a:ext cx="749946" cy="750013"/>
        </a:xfrm>
        <a:prstGeom prst="ellipse">
          <a:avLst/>
        </a:prstGeom>
        <a:solidFill>
          <a:srgbClr val="62A39F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E63FF7-D9BE-411E-8720-40D824104B97}">
      <dsp:nvSpPr>
        <dsp:cNvPr id="0" name=""/>
        <dsp:cNvSpPr/>
      </dsp:nvSpPr>
      <dsp:spPr>
        <a:xfrm>
          <a:off x="5566525" y="940094"/>
          <a:ext cx="1617485" cy="433543"/>
        </a:xfrm>
        <a:prstGeom prst="roundRect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Réflexion Cloud AWS</a:t>
          </a:r>
        </a:p>
      </dsp:txBody>
      <dsp:txXfrm>
        <a:off x="5587689" y="961258"/>
        <a:ext cx="1575157" cy="391215"/>
      </dsp:txXfrm>
    </dsp:sp>
    <dsp:sp modelId="{976830B0-CC90-447F-8BA5-AEF6F0F3F2FE}">
      <dsp:nvSpPr>
        <dsp:cNvPr id="0" name=""/>
        <dsp:cNvSpPr/>
      </dsp:nvSpPr>
      <dsp:spPr>
        <a:xfrm>
          <a:off x="5117757" y="514837"/>
          <a:ext cx="749946" cy="750013"/>
        </a:xfrm>
        <a:prstGeom prst="ellipse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A64955-8560-4A6A-88D8-61E7806B96BF}">
      <dsp:nvSpPr>
        <dsp:cNvPr id="0" name=""/>
        <dsp:cNvSpPr/>
      </dsp:nvSpPr>
      <dsp:spPr>
        <a:xfrm>
          <a:off x="3089691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2538E-9BCE-4F6B-B33C-812F38C9D2BD}">
      <dsp:nvSpPr>
        <dsp:cNvPr id="0" name=""/>
        <dsp:cNvSpPr/>
      </dsp:nvSpPr>
      <dsp:spPr>
        <a:xfrm>
          <a:off x="3089691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0DEAE-7209-4149-BF5C-29C05B69D427}">
      <dsp:nvSpPr>
        <dsp:cNvPr id="0" name=""/>
        <dsp:cNvSpPr/>
      </dsp:nvSpPr>
      <dsp:spPr>
        <a:xfrm>
          <a:off x="3089691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b="1" kern="1200" dirty="0"/>
        </a:p>
      </dsp:txBody>
      <dsp:txXfrm>
        <a:off x="3089691" y="0"/>
        <a:ext cx="2721620" cy="575197"/>
      </dsp:txXfrm>
    </dsp:sp>
    <dsp:sp modelId="{AA8A889F-93DB-4AEB-AE28-BA8D95FAD937}">
      <dsp:nvSpPr>
        <dsp:cNvPr id="0" name=""/>
        <dsp:cNvSpPr/>
      </dsp:nvSpPr>
      <dsp:spPr>
        <a:xfrm>
          <a:off x="3089691" y="116150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DF395B-6517-4CB4-87F6-71E05066E701}">
      <dsp:nvSpPr>
        <dsp:cNvPr id="0" name=""/>
        <dsp:cNvSpPr/>
      </dsp:nvSpPr>
      <dsp:spPr>
        <a:xfrm>
          <a:off x="3280204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/>
            <a:t>_</a:t>
          </a:r>
          <a:r>
            <a:rPr lang="fr-FR" sz="1600" kern="1200" dirty="0">
              <a:latin typeface="+mn-lt"/>
            </a:rPr>
            <a:t>id : </a:t>
          </a:r>
          <a:r>
            <a:rPr lang="fr-FR" sz="1600" kern="1200" dirty="0" err="1">
              <a:latin typeface="+mn-lt"/>
            </a:rPr>
            <a:t>ObjectId</a:t>
          </a:r>
          <a:endParaRPr lang="fr-FR" sz="1600" kern="1200" dirty="0">
            <a:latin typeface="+mn-lt"/>
          </a:endParaRPr>
        </a:p>
      </dsp:txBody>
      <dsp:txXfrm>
        <a:off x="3280204" y="1028444"/>
        <a:ext cx="2531106" cy="466049"/>
      </dsp:txXfrm>
    </dsp:sp>
    <dsp:sp modelId="{A88E1F57-C6C7-4863-9E31-3F09CA6B9236}">
      <dsp:nvSpPr>
        <dsp:cNvPr id="0" name=""/>
        <dsp:cNvSpPr/>
      </dsp:nvSpPr>
      <dsp:spPr>
        <a:xfrm>
          <a:off x="3089691" y="162755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AD3227-C886-4C7F-822D-50DDBC325347}">
      <dsp:nvSpPr>
        <dsp:cNvPr id="0" name=""/>
        <dsp:cNvSpPr/>
      </dsp:nvSpPr>
      <dsp:spPr>
        <a:xfrm>
          <a:off x="3280204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>
              <a:latin typeface="+mn-lt"/>
            </a:rPr>
            <a:t>name</a:t>
          </a:r>
          <a:r>
            <a:rPr lang="fr-FR" sz="1600" kern="1200" dirty="0">
              <a:latin typeface="+mn-lt"/>
            </a:rPr>
            <a:t> : string</a:t>
          </a:r>
        </a:p>
      </dsp:txBody>
      <dsp:txXfrm>
        <a:off x="3280204" y="1494493"/>
        <a:ext cx="2531106" cy="466049"/>
      </dsp:txXfrm>
    </dsp:sp>
    <dsp:sp modelId="{D016711E-4A5E-4444-B69D-7D83A921ECC9}">
      <dsp:nvSpPr>
        <dsp:cNvPr id="0" name=""/>
        <dsp:cNvSpPr/>
      </dsp:nvSpPr>
      <dsp:spPr>
        <a:xfrm>
          <a:off x="3089691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98F7E-DE04-43C1-AC7E-9BB292EC59CB}">
      <dsp:nvSpPr>
        <dsp:cNvPr id="0" name=""/>
        <dsp:cNvSpPr/>
      </dsp:nvSpPr>
      <dsp:spPr>
        <a:xfrm>
          <a:off x="3280204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age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3280204" y="1960543"/>
        <a:ext cx="2531106" cy="466049"/>
      </dsp:txXfrm>
    </dsp:sp>
    <dsp:sp modelId="{920C68EB-7F16-41F4-BE58-41B1D8FC671E}">
      <dsp:nvSpPr>
        <dsp:cNvPr id="0" name=""/>
        <dsp:cNvSpPr/>
      </dsp:nvSpPr>
      <dsp:spPr>
        <a:xfrm>
          <a:off x="3089691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723231-9225-4B96-B5A7-C665D0AD2182}">
      <dsp:nvSpPr>
        <dsp:cNvPr id="0" name=""/>
        <dsp:cNvSpPr/>
      </dsp:nvSpPr>
      <dsp:spPr>
        <a:xfrm>
          <a:off x="3280204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gender</a:t>
          </a:r>
          <a:r>
            <a:rPr lang="fr-FR" sz="1600" kern="1200" dirty="0"/>
            <a:t> : string</a:t>
          </a:r>
        </a:p>
      </dsp:txBody>
      <dsp:txXfrm>
        <a:off x="3280204" y="2426592"/>
        <a:ext cx="2531106" cy="466049"/>
      </dsp:txXfrm>
    </dsp:sp>
    <dsp:sp modelId="{786DD8C2-FC7A-442B-995E-41FCE33CDA28}">
      <dsp:nvSpPr>
        <dsp:cNvPr id="0" name=""/>
        <dsp:cNvSpPr/>
      </dsp:nvSpPr>
      <dsp:spPr>
        <a:xfrm>
          <a:off x="3089691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C5F3C8-F1CB-4532-ACC1-57EDA20A791C}">
      <dsp:nvSpPr>
        <dsp:cNvPr id="0" name=""/>
        <dsp:cNvSpPr/>
      </dsp:nvSpPr>
      <dsp:spPr>
        <a:xfrm>
          <a:off x="3280204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blood_type</a:t>
          </a:r>
          <a:r>
            <a:rPr lang="fr-FR" sz="1600" kern="1200" dirty="0"/>
            <a:t> : string</a:t>
          </a:r>
        </a:p>
      </dsp:txBody>
      <dsp:txXfrm>
        <a:off x="3280204" y="2892641"/>
        <a:ext cx="2531106" cy="466049"/>
      </dsp:txXfrm>
    </dsp:sp>
    <dsp:sp modelId="{BE1AF460-C5CC-4A93-8880-F7867F9445D1}">
      <dsp:nvSpPr>
        <dsp:cNvPr id="0" name=""/>
        <dsp:cNvSpPr/>
      </dsp:nvSpPr>
      <dsp:spPr>
        <a:xfrm>
          <a:off x="3089691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962F2A-8487-4157-BEB9-931A558A34C9}">
      <dsp:nvSpPr>
        <dsp:cNvPr id="0" name=""/>
        <dsp:cNvSpPr/>
      </dsp:nvSpPr>
      <dsp:spPr>
        <a:xfrm>
          <a:off x="3280204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medical_condition</a:t>
          </a:r>
          <a:r>
            <a:rPr lang="fr-FR" sz="1600" kern="1200" dirty="0"/>
            <a:t> : string</a:t>
          </a:r>
        </a:p>
      </dsp:txBody>
      <dsp:txXfrm>
        <a:off x="3280204" y="3358690"/>
        <a:ext cx="2531106" cy="466049"/>
      </dsp:txXfrm>
    </dsp:sp>
    <dsp:sp modelId="{F3503FAF-19D5-4B41-B88F-952891152882}">
      <dsp:nvSpPr>
        <dsp:cNvPr id="0" name=""/>
        <dsp:cNvSpPr/>
      </dsp:nvSpPr>
      <dsp:spPr>
        <a:xfrm>
          <a:off x="3089691" y="3957797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CDA940-9644-43A5-AC47-9EB1EC1C1BD4}">
      <dsp:nvSpPr>
        <dsp:cNvPr id="0" name=""/>
        <dsp:cNvSpPr/>
      </dsp:nvSpPr>
      <dsp:spPr>
        <a:xfrm>
          <a:off x="3280204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date_of_admission</a:t>
          </a:r>
          <a:r>
            <a:rPr lang="fr-FR" sz="1600" kern="1200" dirty="0"/>
            <a:t> : date</a:t>
          </a:r>
        </a:p>
      </dsp:txBody>
      <dsp:txXfrm>
        <a:off x="3280204" y="3824740"/>
        <a:ext cx="2531106" cy="466049"/>
      </dsp:txXfrm>
    </dsp:sp>
    <dsp:sp modelId="{34AD4136-B591-42B8-9C30-3D077D5A2899}">
      <dsp:nvSpPr>
        <dsp:cNvPr id="0" name=""/>
        <dsp:cNvSpPr/>
      </dsp:nvSpPr>
      <dsp:spPr>
        <a:xfrm>
          <a:off x="3089691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33BAEF-1B79-4BF1-AFCA-BD58E92C5927}">
      <dsp:nvSpPr>
        <dsp:cNvPr id="0" name=""/>
        <dsp:cNvSpPr/>
      </dsp:nvSpPr>
      <dsp:spPr>
        <a:xfrm>
          <a:off x="3280204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doctor</a:t>
          </a:r>
          <a:r>
            <a:rPr lang="fr-FR" sz="1600" kern="1200" dirty="0"/>
            <a:t> : string</a:t>
          </a:r>
        </a:p>
      </dsp:txBody>
      <dsp:txXfrm>
        <a:off x="3280204" y="4290789"/>
        <a:ext cx="2531106" cy="466049"/>
      </dsp:txXfrm>
    </dsp:sp>
    <dsp:sp modelId="{A3E2CD6F-2BAB-4787-8088-810A41D93261}">
      <dsp:nvSpPr>
        <dsp:cNvPr id="0" name=""/>
        <dsp:cNvSpPr/>
      </dsp:nvSpPr>
      <dsp:spPr>
        <a:xfrm>
          <a:off x="5812917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51D74-761E-49F2-AAA2-6B4B6138CB79}">
      <dsp:nvSpPr>
        <dsp:cNvPr id="0" name=""/>
        <dsp:cNvSpPr/>
      </dsp:nvSpPr>
      <dsp:spPr>
        <a:xfrm>
          <a:off x="5947392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362CD-EFDC-4225-AA47-59DF24280B74}">
      <dsp:nvSpPr>
        <dsp:cNvPr id="0" name=""/>
        <dsp:cNvSpPr/>
      </dsp:nvSpPr>
      <dsp:spPr>
        <a:xfrm>
          <a:off x="5947392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kern="1200" dirty="0"/>
        </a:p>
      </dsp:txBody>
      <dsp:txXfrm>
        <a:off x="5947392" y="0"/>
        <a:ext cx="2721620" cy="575197"/>
      </dsp:txXfrm>
    </dsp:sp>
    <dsp:sp modelId="{50864C3F-D9E4-4144-A74D-E04880E2E68A}">
      <dsp:nvSpPr>
        <dsp:cNvPr id="0" name=""/>
        <dsp:cNvSpPr/>
      </dsp:nvSpPr>
      <dsp:spPr>
        <a:xfrm>
          <a:off x="5947392" y="116150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7E435C-18C4-419C-9C71-08DE90FAD941}">
      <dsp:nvSpPr>
        <dsp:cNvPr id="0" name=""/>
        <dsp:cNvSpPr/>
      </dsp:nvSpPr>
      <dsp:spPr>
        <a:xfrm>
          <a:off x="6137905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hospital</a:t>
          </a:r>
          <a:r>
            <a:rPr lang="fr-FR" sz="1600" kern="1200" dirty="0"/>
            <a:t> : string</a:t>
          </a:r>
        </a:p>
      </dsp:txBody>
      <dsp:txXfrm>
        <a:off x="6137905" y="1028444"/>
        <a:ext cx="2531106" cy="466049"/>
      </dsp:txXfrm>
    </dsp:sp>
    <dsp:sp modelId="{2AC9EE26-FC5D-49AA-BF24-51036CAC6CA3}">
      <dsp:nvSpPr>
        <dsp:cNvPr id="0" name=""/>
        <dsp:cNvSpPr/>
      </dsp:nvSpPr>
      <dsp:spPr>
        <a:xfrm>
          <a:off x="5947392" y="162755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300159-3E19-4262-9EF1-609234F4D024}">
      <dsp:nvSpPr>
        <dsp:cNvPr id="0" name=""/>
        <dsp:cNvSpPr/>
      </dsp:nvSpPr>
      <dsp:spPr>
        <a:xfrm>
          <a:off x="6137905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insurance_provider</a:t>
          </a:r>
          <a:r>
            <a:rPr lang="fr-FR" sz="1600" kern="1200" dirty="0"/>
            <a:t> : string</a:t>
          </a:r>
        </a:p>
      </dsp:txBody>
      <dsp:txXfrm>
        <a:off x="6137905" y="1494493"/>
        <a:ext cx="2531106" cy="466049"/>
      </dsp:txXfrm>
    </dsp:sp>
    <dsp:sp modelId="{9F97F498-EB19-43F6-9376-3FB9C015ED56}">
      <dsp:nvSpPr>
        <dsp:cNvPr id="0" name=""/>
        <dsp:cNvSpPr/>
      </dsp:nvSpPr>
      <dsp:spPr>
        <a:xfrm>
          <a:off x="5947392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F3E672-460A-4745-BA82-0EC46CEF38BD}">
      <dsp:nvSpPr>
        <dsp:cNvPr id="0" name=""/>
        <dsp:cNvSpPr/>
      </dsp:nvSpPr>
      <dsp:spPr>
        <a:xfrm>
          <a:off x="6137905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billing_amount</a:t>
          </a:r>
          <a:r>
            <a:rPr lang="fr-FR" sz="1600" kern="1200" dirty="0"/>
            <a:t> : </a:t>
          </a:r>
          <a:r>
            <a:rPr lang="fr-FR" sz="1600" kern="1200" dirty="0" err="1"/>
            <a:t>float</a:t>
          </a:r>
          <a:endParaRPr lang="fr-FR" sz="1600" kern="1200" dirty="0"/>
        </a:p>
      </dsp:txBody>
      <dsp:txXfrm>
        <a:off x="6137905" y="1960543"/>
        <a:ext cx="2531106" cy="466049"/>
      </dsp:txXfrm>
    </dsp:sp>
    <dsp:sp modelId="{CE539415-4E47-4D2C-A7FC-594542A9B702}">
      <dsp:nvSpPr>
        <dsp:cNvPr id="0" name=""/>
        <dsp:cNvSpPr/>
      </dsp:nvSpPr>
      <dsp:spPr>
        <a:xfrm>
          <a:off x="5947392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5B6F6-D69E-4B0E-BD5F-96E9B47BBDE4}">
      <dsp:nvSpPr>
        <dsp:cNvPr id="0" name=""/>
        <dsp:cNvSpPr/>
      </dsp:nvSpPr>
      <dsp:spPr>
        <a:xfrm>
          <a:off x="6137905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room_number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6137905" y="2426592"/>
        <a:ext cx="2531106" cy="466049"/>
      </dsp:txXfrm>
    </dsp:sp>
    <dsp:sp modelId="{80B31469-8358-471A-B9D1-F5381ECA2D32}">
      <dsp:nvSpPr>
        <dsp:cNvPr id="0" name=""/>
        <dsp:cNvSpPr/>
      </dsp:nvSpPr>
      <dsp:spPr>
        <a:xfrm>
          <a:off x="5947392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7751F2-1347-41BB-8F60-9AD6C36AC4DB}">
      <dsp:nvSpPr>
        <dsp:cNvPr id="0" name=""/>
        <dsp:cNvSpPr/>
      </dsp:nvSpPr>
      <dsp:spPr>
        <a:xfrm>
          <a:off x="6137905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admission_type</a:t>
          </a:r>
          <a:r>
            <a:rPr lang="fr-FR" sz="1600" kern="1200" dirty="0"/>
            <a:t> : string</a:t>
          </a:r>
        </a:p>
      </dsp:txBody>
      <dsp:txXfrm>
        <a:off x="6137905" y="2892641"/>
        <a:ext cx="2531106" cy="466049"/>
      </dsp:txXfrm>
    </dsp:sp>
    <dsp:sp modelId="{55398E44-2551-4436-A432-19186F8621BE}">
      <dsp:nvSpPr>
        <dsp:cNvPr id="0" name=""/>
        <dsp:cNvSpPr/>
      </dsp:nvSpPr>
      <dsp:spPr>
        <a:xfrm>
          <a:off x="5947392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DA767D-2C77-4AC1-B7E1-6BEEE0D3D40A}">
      <dsp:nvSpPr>
        <dsp:cNvPr id="0" name=""/>
        <dsp:cNvSpPr/>
      </dsp:nvSpPr>
      <dsp:spPr>
        <a:xfrm>
          <a:off x="6137905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discharge_date</a:t>
          </a:r>
          <a:r>
            <a:rPr lang="fr-FR" sz="1600" kern="1200" dirty="0"/>
            <a:t> : date</a:t>
          </a:r>
        </a:p>
      </dsp:txBody>
      <dsp:txXfrm>
        <a:off x="6137905" y="3358690"/>
        <a:ext cx="2531106" cy="466049"/>
      </dsp:txXfrm>
    </dsp:sp>
    <dsp:sp modelId="{5CC1FED9-4EB0-4B58-A4CF-A6B68F751034}">
      <dsp:nvSpPr>
        <dsp:cNvPr id="0" name=""/>
        <dsp:cNvSpPr/>
      </dsp:nvSpPr>
      <dsp:spPr>
        <a:xfrm>
          <a:off x="5947392" y="3957797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9B57B2-CBE4-4E5B-87DB-FD640B2367D5}">
      <dsp:nvSpPr>
        <dsp:cNvPr id="0" name=""/>
        <dsp:cNvSpPr/>
      </dsp:nvSpPr>
      <dsp:spPr>
        <a:xfrm>
          <a:off x="6137905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medication</a:t>
          </a:r>
          <a:r>
            <a:rPr lang="fr-FR" sz="1600" kern="1200" dirty="0"/>
            <a:t> : string</a:t>
          </a:r>
        </a:p>
      </dsp:txBody>
      <dsp:txXfrm>
        <a:off x="6137905" y="3824740"/>
        <a:ext cx="2531106" cy="466049"/>
      </dsp:txXfrm>
    </dsp:sp>
    <dsp:sp modelId="{3EB5FEC8-6D91-4512-B66D-99D6556175C1}">
      <dsp:nvSpPr>
        <dsp:cNvPr id="0" name=""/>
        <dsp:cNvSpPr/>
      </dsp:nvSpPr>
      <dsp:spPr>
        <a:xfrm>
          <a:off x="5947392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8DCA06-4C5C-4079-8897-FC7F5BC43585}">
      <dsp:nvSpPr>
        <dsp:cNvPr id="0" name=""/>
        <dsp:cNvSpPr/>
      </dsp:nvSpPr>
      <dsp:spPr>
        <a:xfrm>
          <a:off x="6137905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test_results : string</a:t>
          </a:r>
          <a:endParaRPr lang="fr-FR" sz="1600" kern="1200" dirty="0"/>
        </a:p>
      </dsp:txBody>
      <dsp:txXfrm>
        <a:off x="6137905" y="4290789"/>
        <a:ext cx="2531106" cy="46604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C212-4F85-4FC6-ACB1-0F391E0CE638}">
      <dsp:nvSpPr>
        <dsp:cNvPr id="0" name=""/>
        <dsp:cNvSpPr/>
      </dsp:nvSpPr>
      <dsp:spPr>
        <a:xfrm>
          <a:off x="3294" y="505699"/>
          <a:ext cx="3212075" cy="128483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Transformations</a:t>
          </a:r>
          <a:endParaRPr lang="fr-FR" sz="2800" b="1" kern="1200" dirty="0"/>
        </a:p>
      </dsp:txBody>
      <dsp:txXfrm>
        <a:off x="3294" y="505699"/>
        <a:ext cx="3212075" cy="1284830"/>
      </dsp:txXfrm>
    </dsp:sp>
    <dsp:sp modelId="{402A4689-5F82-4095-B160-6ED5D0524EAE}">
      <dsp:nvSpPr>
        <dsp:cNvPr id="0" name=""/>
        <dsp:cNvSpPr/>
      </dsp:nvSpPr>
      <dsp:spPr>
        <a:xfrm>
          <a:off x="0" y="1781412"/>
          <a:ext cx="3212075" cy="31224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Harmonisation noms de colonnes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clean_columns_name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Nettoyage contenu texte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clean_columns_content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colonnes dates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convert_type_date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décimaux (</a:t>
          </a:r>
          <a:r>
            <a:rPr lang="fr-FR" sz="1800" b="1" kern="1200" dirty="0" err="1"/>
            <a:t>billing</a:t>
          </a:r>
          <a:r>
            <a:rPr lang="fr-FR" sz="1800" b="1" kern="1200" dirty="0"/>
            <a:t>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convert_type_float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entiers (</a:t>
          </a:r>
          <a:r>
            <a:rPr lang="fr-FR" sz="1800" b="1" kern="1200" dirty="0" err="1"/>
            <a:t>age</a:t>
          </a:r>
          <a:r>
            <a:rPr lang="fr-FR" sz="1800" b="1" kern="1200" dirty="0"/>
            <a:t>, room)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convert_type_int</a:t>
          </a:r>
          <a:r>
            <a:rPr lang="fr-FR" sz="1400" kern="1200" dirty="0"/>
            <a:t>()</a:t>
          </a:r>
        </a:p>
      </dsp:txBody>
      <dsp:txXfrm>
        <a:off x="0" y="1781412"/>
        <a:ext cx="3212075" cy="3122437"/>
      </dsp:txXfrm>
    </dsp:sp>
    <dsp:sp modelId="{E287B113-DC8F-4125-BDA9-760A4D0972E0}">
      <dsp:nvSpPr>
        <dsp:cNvPr id="0" name=""/>
        <dsp:cNvSpPr/>
      </dsp:nvSpPr>
      <dsp:spPr>
        <a:xfrm>
          <a:off x="3665060" y="505699"/>
          <a:ext cx="3212075" cy="128483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Contrôles qualité</a:t>
          </a:r>
          <a:endParaRPr lang="fr-FR" sz="2800" b="1" kern="1200" dirty="0"/>
        </a:p>
      </dsp:txBody>
      <dsp:txXfrm>
        <a:off x="3665060" y="505699"/>
        <a:ext cx="3212075" cy="1284830"/>
      </dsp:txXfrm>
    </dsp:sp>
    <dsp:sp modelId="{F4B86B3A-2E38-4840-A58F-760A1508EC85}">
      <dsp:nvSpPr>
        <dsp:cNvPr id="0" name=""/>
        <dsp:cNvSpPr/>
      </dsp:nvSpPr>
      <dsp:spPr>
        <a:xfrm>
          <a:off x="3665060" y="1790529"/>
          <a:ext cx="3212075" cy="31224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sp:txBody>
      <dsp:txXfrm>
        <a:off x="3665060" y="1790529"/>
        <a:ext cx="3212075" cy="3122437"/>
      </dsp:txXfrm>
    </dsp:sp>
    <dsp:sp modelId="{249659AD-BC72-4673-AF20-1C17D5591BAB}">
      <dsp:nvSpPr>
        <dsp:cNvPr id="0" name=""/>
        <dsp:cNvSpPr/>
      </dsp:nvSpPr>
      <dsp:spPr>
        <a:xfrm>
          <a:off x="7326826" y="505699"/>
          <a:ext cx="3212075" cy="128483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Migration vers MongoDB</a:t>
          </a:r>
          <a:endParaRPr lang="fr-FR" sz="2800" b="1" kern="1200" dirty="0"/>
        </a:p>
      </dsp:txBody>
      <dsp:txXfrm>
        <a:off x="7326826" y="505699"/>
        <a:ext cx="3212075" cy="1284830"/>
      </dsp:txXfrm>
    </dsp:sp>
    <dsp:sp modelId="{F46CA606-2E3E-48EA-AE41-8449EE4FB6B7}">
      <dsp:nvSpPr>
        <dsp:cNvPr id="0" name=""/>
        <dsp:cNvSpPr/>
      </dsp:nvSpPr>
      <dsp:spPr>
        <a:xfrm>
          <a:off x="7326826" y="1790529"/>
          <a:ext cx="3212075" cy="31224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sp:txBody>
      <dsp:txXfrm>
        <a:off x="7326826" y="1790529"/>
        <a:ext cx="3212075" cy="312243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D4BCF5-D8FB-4D48-9F05-DF403A0BF58B}">
      <dsp:nvSpPr>
        <dsp:cNvPr id="0" name=""/>
        <dsp:cNvSpPr/>
      </dsp:nvSpPr>
      <dsp:spPr>
        <a:xfrm>
          <a:off x="31238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rgbClr val="EDE9B1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FFC000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1200" kern="1200" dirty="0">
            <a:solidFill>
              <a:srgbClr val="FFC000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dates</a:t>
          </a:r>
          <a:endParaRPr lang="fr-FR" sz="1200" kern="1200" dirty="0">
            <a:solidFill>
              <a:srgbClr val="3C86BF"/>
            </a:solidFill>
          </a:endParaRPr>
        </a:p>
      </dsp:txBody>
      <dsp:txXfrm>
        <a:off x="350749" y="40849"/>
        <a:ext cx="2116583" cy="1598895"/>
      </dsp:txXfrm>
    </dsp:sp>
    <dsp:sp modelId="{24C64041-987A-4031-9606-949776D87060}">
      <dsp:nvSpPr>
        <dsp:cNvPr id="0" name=""/>
        <dsp:cNvSpPr/>
      </dsp:nvSpPr>
      <dsp:spPr>
        <a:xfrm>
          <a:off x="312386" y="1639745"/>
          <a:ext cx="2193309" cy="704021"/>
        </a:xfrm>
        <a:prstGeom prst="rect">
          <a:avLst/>
        </a:prstGeom>
        <a:solidFill>
          <a:srgbClr val="FFC000"/>
        </a:solidFill>
        <a:ln w="12700" cap="rnd" cmpd="sng" algn="ctr">
          <a:solidFill>
            <a:srgbClr val="EDE9B1"/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2500" kern="1200" dirty="0"/>
        </a:p>
      </dsp:txBody>
      <dsp:txXfrm>
        <a:off x="312386" y="1639745"/>
        <a:ext cx="1544583" cy="704021"/>
      </dsp:txXfrm>
    </dsp:sp>
    <dsp:sp modelId="{1E0B526D-29FA-423C-B5D3-8FC27BC52216}">
      <dsp:nvSpPr>
        <dsp:cNvPr id="0" name=""/>
        <dsp:cNvSpPr/>
      </dsp:nvSpPr>
      <dsp:spPr>
        <a:xfrm>
          <a:off x="1725972" y="1631534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889D5-1393-4EE4-A934-58059A840EBC}">
      <dsp:nvSpPr>
        <dsp:cNvPr id="0" name=""/>
        <dsp:cNvSpPr/>
      </dsp:nvSpPr>
      <dsp:spPr>
        <a:xfrm>
          <a:off x="287685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docs =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</a:t>
          </a:r>
          <a:endParaRPr lang="fr-FR" sz="1200" kern="1200" dirty="0">
            <a:solidFill>
              <a:srgbClr val="43CAD2"/>
            </a:solidFill>
          </a:endParaRPr>
        </a:p>
      </dsp:txBody>
      <dsp:txXfrm>
        <a:off x="2915219" y="40849"/>
        <a:ext cx="2116583" cy="1598895"/>
      </dsp:txXfrm>
    </dsp:sp>
    <dsp:sp modelId="{0C1551A4-F620-4AC3-893A-061DF6185A2A}">
      <dsp:nvSpPr>
        <dsp:cNvPr id="0" name=""/>
        <dsp:cNvSpPr/>
      </dsp:nvSpPr>
      <dsp:spPr>
        <a:xfrm>
          <a:off x="2876856" y="1639745"/>
          <a:ext cx="2193309" cy="70402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sz="2500" kern="1200" dirty="0"/>
        </a:p>
      </dsp:txBody>
      <dsp:txXfrm>
        <a:off x="2876856" y="1639745"/>
        <a:ext cx="1544583" cy="704021"/>
      </dsp:txXfrm>
    </dsp:sp>
    <dsp:sp modelId="{539087A1-2D23-40E5-B9E2-FCBE84DED87A}">
      <dsp:nvSpPr>
        <dsp:cNvPr id="0" name=""/>
        <dsp:cNvSpPr/>
      </dsp:nvSpPr>
      <dsp:spPr>
        <a:xfrm>
          <a:off x="4300621" y="1631534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8B9735-97CF-4239-92BA-913FCEA8CC68}">
      <dsp:nvSpPr>
        <dsp:cNvPr id="0" name=""/>
        <dsp:cNvSpPr/>
      </dsp:nvSpPr>
      <dsp:spPr>
        <a:xfrm>
          <a:off x="310518" y="2562799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sz="1200" kern="1200" dirty="0">
            <a:solidFill>
              <a:srgbClr val="4EB294"/>
            </a:solidFill>
          </a:endParaRPr>
        </a:p>
      </dsp:txBody>
      <dsp:txXfrm>
        <a:off x="348881" y="2601162"/>
        <a:ext cx="2116583" cy="1598895"/>
      </dsp:txXfrm>
    </dsp:sp>
    <dsp:sp modelId="{6E4E3186-177D-4589-8120-F8C9A3B7ADC0}">
      <dsp:nvSpPr>
        <dsp:cNvPr id="0" name=""/>
        <dsp:cNvSpPr/>
      </dsp:nvSpPr>
      <dsp:spPr>
        <a:xfrm>
          <a:off x="310518" y="4200066"/>
          <a:ext cx="2193309" cy="70402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sz="2500" kern="1200" dirty="0"/>
        </a:p>
      </dsp:txBody>
      <dsp:txXfrm>
        <a:off x="310518" y="4200066"/>
        <a:ext cx="1544583" cy="704021"/>
      </dsp:txXfrm>
    </dsp:sp>
    <dsp:sp modelId="{CC146F42-D9EA-4724-8768-37E4B23BAC69}">
      <dsp:nvSpPr>
        <dsp:cNvPr id="0" name=""/>
        <dsp:cNvSpPr/>
      </dsp:nvSpPr>
      <dsp:spPr>
        <a:xfrm>
          <a:off x="1734279" y="4208193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3BBA84-290B-4ED2-B601-E01F9D4B5DDA}">
      <dsp:nvSpPr>
        <dsp:cNvPr id="0" name=""/>
        <dsp:cNvSpPr/>
      </dsp:nvSpPr>
      <dsp:spPr>
        <a:xfrm>
          <a:off x="2963097" y="258447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rgbClr val="FF3B3B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sz="1200" i="1" kern="1200" dirty="0" err="1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sz="1200" kern="1200" dirty="0">
            <a:solidFill>
              <a:srgbClr val="FF3B3B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sz="1200" kern="1200" dirty="0">
            <a:solidFill>
              <a:srgbClr val="468B58"/>
            </a:solidFill>
          </a:endParaRPr>
        </a:p>
      </dsp:txBody>
      <dsp:txXfrm>
        <a:off x="3001460" y="2622839"/>
        <a:ext cx="2116583" cy="1598895"/>
      </dsp:txXfrm>
    </dsp:sp>
    <dsp:sp modelId="{CF89C920-1150-45D3-A450-698D7295ED7B}">
      <dsp:nvSpPr>
        <dsp:cNvPr id="0" name=""/>
        <dsp:cNvSpPr/>
      </dsp:nvSpPr>
      <dsp:spPr>
        <a:xfrm>
          <a:off x="2963097" y="4221736"/>
          <a:ext cx="2193309" cy="704021"/>
        </a:xfrm>
        <a:prstGeom prst="rect">
          <a:avLst/>
        </a:prstGeom>
        <a:solidFill>
          <a:srgbClr val="F2633C"/>
        </a:solidFill>
        <a:ln w="12700" cap="rnd" cmpd="sng" algn="ctr">
          <a:solidFill>
            <a:srgbClr val="FF3B3B"/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sz="2500" kern="1200" dirty="0"/>
        </a:p>
      </dsp:txBody>
      <dsp:txXfrm>
        <a:off x="2963097" y="4221736"/>
        <a:ext cx="1544583" cy="704021"/>
      </dsp:txXfrm>
    </dsp:sp>
    <dsp:sp modelId="{70224A6A-6363-4459-A2BA-C28BAAEEE118}">
      <dsp:nvSpPr>
        <dsp:cNvPr id="0" name=""/>
        <dsp:cNvSpPr/>
      </dsp:nvSpPr>
      <dsp:spPr>
        <a:xfrm>
          <a:off x="4381624" y="4208193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CB012D-1039-4F84-9A14-8C796D033A6F}">
      <dsp:nvSpPr>
        <dsp:cNvPr id="0" name=""/>
        <dsp:cNvSpPr/>
      </dsp:nvSpPr>
      <dsp:spPr>
        <a:xfrm rot="5400000">
          <a:off x="265581" y="753953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797B9A-7852-4B94-BCCE-4129CD09E019}">
      <dsp:nvSpPr>
        <dsp:cNvPr id="0" name=""/>
        <dsp:cNvSpPr/>
      </dsp:nvSpPr>
      <dsp:spPr>
        <a:xfrm>
          <a:off x="4218" y="249163"/>
          <a:ext cx="1945518" cy="605701"/>
        </a:xfrm>
        <a:prstGeom prst="roundRect">
          <a:avLst>
            <a:gd name="adj" fmla="val 16670"/>
          </a:avLst>
        </a:prstGeom>
        <a:solidFill>
          <a:srgbClr val="468B58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Utilisateur</a:t>
          </a:r>
        </a:p>
      </dsp:txBody>
      <dsp:txXfrm>
        <a:off x="33791" y="278736"/>
        <a:ext cx="1886372" cy="546555"/>
      </dsp:txXfrm>
    </dsp:sp>
    <dsp:sp modelId="{A6CE79C6-08E2-413C-970A-487F5AD86ED0}">
      <dsp:nvSpPr>
        <dsp:cNvPr id="0" name=""/>
        <dsp:cNvSpPr/>
      </dsp:nvSpPr>
      <dsp:spPr>
        <a:xfrm>
          <a:off x="1980314" y="303891"/>
          <a:ext cx="4634499" cy="5313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Saisit identifiant + mot de passe</a:t>
          </a:r>
        </a:p>
      </dsp:txBody>
      <dsp:txXfrm>
        <a:off x="1980314" y="303891"/>
        <a:ext cx="4634499" cy="531324"/>
      </dsp:txXfrm>
    </dsp:sp>
    <dsp:sp modelId="{4C3030BF-94D1-4007-9F6C-AB35A908FD05}">
      <dsp:nvSpPr>
        <dsp:cNvPr id="0" name=""/>
        <dsp:cNvSpPr/>
      </dsp:nvSpPr>
      <dsp:spPr>
        <a:xfrm rot="5400000">
          <a:off x="1869069" y="2067843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B00C77-47B5-45AA-A9F4-0A82C2C73E34}">
      <dsp:nvSpPr>
        <dsp:cNvPr id="0" name=""/>
        <dsp:cNvSpPr/>
      </dsp:nvSpPr>
      <dsp:spPr>
        <a:xfrm>
          <a:off x="1556230" y="1340510"/>
          <a:ext cx="1945518" cy="79206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Application Python</a:t>
          </a:r>
        </a:p>
      </dsp:txBody>
      <dsp:txXfrm>
        <a:off x="1594902" y="1379182"/>
        <a:ext cx="1868174" cy="714719"/>
      </dsp:txXfrm>
    </dsp:sp>
    <dsp:sp modelId="{A84A6FFC-5763-4998-B90C-63BD9EC87988}">
      <dsp:nvSpPr>
        <dsp:cNvPr id="0" name=""/>
        <dsp:cNvSpPr/>
      </dsp:nvSpPr>
      <dsp:spPr>
        <a:xfrm>
          <a:off x="3550619" y="1421002"/>
          <a:ext cx="2998650" cy="50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Envoie une demande d’authentification</a:t>
          </a:r>
        </a:p>
      </dsp:txBody>
      <dsp:txXfrm>
        <a:off x="3550619" y="1421002"/>
        <a:ext cx="2998650" cy="508353"/>
      </dsp:txXfrm>
    </dsp:sp>
    <dsp:sp modelId="{86C7C19D-A6E3-4E09-9864-BC174CFF8C77}">
      <dsp:nvSpPr>
        <dsp:cNvPr id="0" name=""/>
        <dsp:cNvSpPr/>
      </dsp:nvSpPr>
      <dsp:spPr>
        <a:xfrm rot="5400000">
          <a:off x="3337670" y="3280742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4347E8-DD7E-45C8-8F56-F0D8AE35FAE5}">
      <dsp:nvSpPr>
        <dsp:cNvPr id="0" name=""/>
        <dsp:cNvSpPr/>
      </dsp:nvSpPr>
      <dsp:spPr>
        <a:xfrm>
          <a:off x="3153047" y="2690578"/>
          <a:ext cx="1945518" cy="626210"/>
        </a:xfrm>
        <a:prstGeom prst="roundRect">
          <a:avLst>
            <a:gd name="adj" fmla="val 16670"/>
          </a:avLst>
        </a:prstGeom>
        <a:solidFill>
          <a:srgbClr val="4EB294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MongoDB</a:t>
          </a:r>
        </a:p>
      </dsp:txBody>
      <dsp:txXfrm>
        <a:off x="3183622" y="2721153"/>
        <a:ext cx="1884368" cy="565060"/>
      </dsp:txXfrm>
    </dsp:sp>
    <dsp:sp modelId="{B44FD464-5293-43FD-AAA7-B36253C3502D}">
      <dsp:nvSpPr>
        <dsp:cNvPr id="0" name=""/>
        <dsp:cNvSpPr/>
      </dsp:nvSpPr>
      <dsp:spPr>
        <a:xfrm>
          <a:off x="5161817" y="2874398"/>
          <a:ext cx="2739071" cy="399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Vérifie les identifiants avec SCRAM</a:t>
          </a:r>
        </a:p>
      </dsp:txBody>
      <dsp:txXfrm>
        <a:off x="5161817" y="2874398"/>
        <a:ext cx="2739071" cy="399310"/>
      </dsp:txXfrm>
    </dsp:sp>
    <dsp:sp modelId="{AA6EE17C-A545-425B-AA09-F4ED51C47F87}">
      <dsp:nvSpPr>
        <dsp:cNvPr id="0" name=""/>
        <dsp:cNvSpPr/>
      </dsp:nvSpPr>
      <dsp:spPr>
        <a:xfrm>
          <a:off x="4651266" y="3554177"/>
          <a:ext cx="1945518" cy="1361799"/>
        </a:xfrm>
        <a:prstGeom prst="roundRect">
          <a:avLst>
            <a:gd name="adj" fmla="val 16670"/>
          </a:avLst>
        </a:prstGeom>
        <a:gradFill rotWithShape="0">
          <a:gsLst>
            <a:gs pos="3000">
              <a:srgbClr val="00B050"/>
            </a:gs>
            <a:gs pos="100000">
              <a:srgbClr val="FF0000"/>
            </a:gs>
          </a:gsLst>
          <a:lin ang="5400000" scaled="1"/>
        </a:gra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ACCÈS AUTORISÉ OU REFUSÉ</a:t>
          </a:r>
        </a:p>
      </dsp:txBody>
      <dsp:txXfrm>
        <a:off x="4717756" y="3620667"/>
        <a:ext cx="1812538" cy="1228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AscendingPictureAccentProcess">
  <dgm:title val=""/>
  <dgm:desc val=""/>
  <dgm:catLst>
    <dgm:cat type="process" pri="22500"/>
    <dgm:cat type="picture" pri="16000"/>
    <dgm:cat type="pictureconvert" pri="1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func="var" arg="dir" op="equ" val="norm">
            <dgm:choose name="Name5">
              <dgm:if name="Name6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l" for="ch" forName="parTx1" refType="w" fact="0.2711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2469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7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l" for="ch" forName="parTx1" refType="w" fact="0.366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3333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if>
          <dgm:else name="Name8">
            <dgm:choose name="Name9">
              <dgm:if name="Name10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r" for="ch" forName="parTx1" refType="w" fact="0.7289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7531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1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r" for="ch" forName="parTx1" refType="w" fact="0.634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6667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func="var" arg="dir" op="equ" val="norm">
            <dgm:choose name="Name15">
              <dgm:if name="Name16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3221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3056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2859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309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334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359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3848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1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359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359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197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178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688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3503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17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4274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405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3794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4106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44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477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5106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44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477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477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2614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2369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l" for="ch" forName="parTx2" refType="w" fact="0.4893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4648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if>
          <dgm:else name="Name18">
            <dgm:choose name="Name19">
              <dgm:if name="Name20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6779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6944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7141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690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665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640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6152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9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640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640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803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821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312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6497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21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5726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594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6206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5894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55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522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4894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56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522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522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7386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7631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r" for="ch" forName="parTx2" refType="w" fact="0.5107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5352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func="var" arg="dir" op="equ" val="norm">
            <dgm:choose name="Name25">
              <dgm:if name="Name26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2981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2676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357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44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323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23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6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68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491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513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68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68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487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1328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732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3573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4763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4604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27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3684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3307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912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494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342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23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12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79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6068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6346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79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79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837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1641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l" for="ch" forName="parTx2" refType="w" fact="0.4612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4416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l" for="ch" forName="parTx3" refType="w" fact="0.5886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569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if>
          <dgm:else name="Name28">
            <dgm:choose name="Name29">
              <dgm:if name="Name30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7019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7324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643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55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677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76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4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31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509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486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31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31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513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8672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268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6427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5237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5396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31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6316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6693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088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506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658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76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88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21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3932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3654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21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21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163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8359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r" for="ch" forName="parTx2" refType="w" fact="0.5388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5584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r" for="ch" forName="parTx3" refType="w" fact="0.4114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431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func="var" arg="dir" op="equ" val="norm">
            <dgm:choose name="Name35">
              <dgm:if name="Name36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3253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2949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263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313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67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5486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5267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5462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565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5851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604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565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565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466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1333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10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3972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229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509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722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5588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37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3978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3606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3223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829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717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6709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6441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6679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691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715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739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691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691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793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163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l" for="ch" forName="parTx2" refType="w" fact="0.502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4857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l" for="ch" forName="parTx3" refType="w" fact="0.6394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6231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l" for="ch" forName="parTx4" refType="w" fact="0.6997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6834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if>
          <dgm:else name="Name38">
            <dgm:choose name="Name39">
              <dgm:if name="Name40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6747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7051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736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687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32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4514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4733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4538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434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4149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395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434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434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534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8667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89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6028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771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490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278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4412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41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6022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6394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6777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171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283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3291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3559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3321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308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284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260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308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308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207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837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r" for="ch" forName="parTx2" refType="w" fact="0.498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5143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r" for="ch" forName="parTx3" refType="w" fact="0.3606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3769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r" for="ch" forName="parTx4" refType="w" fact="0.3003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3166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else>
        </dgm:choose>
      </dgm:if>
      <dgm:if name="Name42" axis="ch" ptType="node" func="cnt" op="equ" val="5">
        <dgm:choose name="Name43">
          <dgm:if name="Name44" func="var" arg="dir" op="equ" val="norm">
            <dgm:choose name="Name45">
              <dgm:if name="Name46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3263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001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2733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462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69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484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5549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601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577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5951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6123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629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6467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6123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6123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1746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1631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982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3866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194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5078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827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5712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18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6064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47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3951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634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331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981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68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43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672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7278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699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7207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741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7624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7832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741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741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211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197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l" for="ch" forName="parTx2" refType="w" fact="0.4822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4682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l" for="ch" forName="parTx3" refType="w" fact="0.629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61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l" for="ch" forName="parTx4" refType="w" fact="0.7057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6917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l" for="ch" forName="parTx5" refType="w" fact="0.7484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7344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if>
          <dgm:else name="Name48">
            <dgm:choose name="Name49">
              <dgm:if name="Name50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6737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999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7267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538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30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516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4451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399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422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4049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3877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370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3533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3877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3877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8254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8369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018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6134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806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4922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173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4288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82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3936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51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6049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366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669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019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31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57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328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2722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300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2793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258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2376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2168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258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258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788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802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r" for="ch" forName="parTx2" refType="w" fact="0.5178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5318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r" for="ch" forName="parTx3" refType="w" fact="0.371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38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r" for="ch" forName="parTx4" refType="w" fact="0.2943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3083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r" for="ch" forName="parTx5" refType="w" fact="0.2516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2656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else>
        </dgm:choose>
      </dgm:if>
      <dgm:if name="Name52" axis="ch" ptType="node" func="cnt" op="equ" val="6">
        <dgm:choose name="Name53">
          <dgm:if name="Name54" func="var" arg="dir" op="equ" val="norm">
            <dgm:choose name="Name55">
              <dgm:if name="Name56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3608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3384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15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2923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2688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883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69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5696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624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6509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6281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6437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6593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67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690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6593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6593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091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1988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273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4169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349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524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998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5894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416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6313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644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6541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57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4276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401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739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3464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3186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786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564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67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740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7714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7443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7628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7814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7999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818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7814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7814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479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2356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l" for="ch" forName="parTx2" refType="w" fact="0.5064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4941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l" for="ch" forName="parTx3" refType="w" fact="0.6339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6216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l" for="ch" forName="parTx4" refType="w" fact="0.7108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698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l" for="ch" forName="parTx5" refType="w" fact="0.7604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7481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l" for="ch" forName="parTx6" refType="w" fact="0.7874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7751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if>
          <dgm:else name="Name58">
            <dgm:choose name="Name59">
              <dgm:if name="Name60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6392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6616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84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7077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7312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117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30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4304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375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3491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3719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3563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340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32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309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340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340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909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8012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727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5831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651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475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002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4106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584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3687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356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3459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61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5724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599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261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6536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6814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214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436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32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259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2286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2557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2372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218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2001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181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218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218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522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7644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r" for="ch" forName="parTx2" refType="w" fact="0.4937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5059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r" for="ch" forName="parTx3" refType="w" fact="0.3662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3784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r" for="ch" forName="parTx4" refType="w" fact="0.2893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301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r" for="ch" forName="parTx5" refType="w" fact="0.2397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2519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r" for="ch" forName="parTx6" refType="w" fact="0.2127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2249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else>
        </dgm:choose>
      </dgm:if>
      <dgm:else name="Name62">
        <dgm:choose name="Name63">
          <dgm:if name="Name64" func="var" arg="dir" op="equ" val="norm">
            <dgm:choose name="Name65">
              <dgm:if name="Name66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390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3721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353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337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142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088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926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583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6371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6701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6853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6627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6773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6919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706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7212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6919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6919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556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246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53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4439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511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541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6132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6037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576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648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828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6733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  <dgm:constr type="l" for="ch" forName="parTx7" refType="w" fact="0.6966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6871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l" for="ch" forName="desTx7" refType="r" refFor="ch" refForName="parTx7"/>
                  <dgm:constr type="r" for="ch" forName="desTx7" refType="w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67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445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4244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4026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806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584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803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618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665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7266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7643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7816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7558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772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7892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8058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822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7892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7892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91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2806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l" for="ch" forName="parTx2" refType="w" fact="0.5172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5063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l" for="ch" forName="parTx3" refType="w" fact="0.628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6176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l" for="ch" forName="parTx4" refType="w" fact="0.6994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688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l" for="ch" forName="parTx5" refType="w" fact="0.7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7391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l" for="ch" forName="parTx6" refType="w" fact="0.7788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7679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l" for="ch" forName="parTx7" refType="w" fact="0.794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7836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if>
          <dgm:else name="Name68">
            <dgm:choose name="Name69">
              <dgm:if name="Name70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609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6279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647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663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858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912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074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416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3629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3299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3147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3373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3227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3081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293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2788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3081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3081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444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754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46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5561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489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458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3868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3963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424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352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172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3267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  <dgm:constr type="r" for="ch" forName="parTx7" refType="w" fact="0.3034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3129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r" for="ch" forName="desTx7" refType="l" refFor="ch" refForName="parTx7"/>
                  <dgm:constr type="l" for="ch" forName="desTx7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71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554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5756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5974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194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416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197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382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334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2734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2357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2184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2442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227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2108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1942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177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2108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2108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08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7194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r" for="ch" forName="parTx2" refType="w" fact="0.4828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4937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r" for="ch" forName="parTx3" refType="w" fact="0.371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3824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r" for="ch" forName="parTx4" refType="w" fact="0.3006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311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r" for="ch" forName="parTx5" refType="w" fact="0.2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2609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r" for="ch" forName="parTx6" refType="w" fact="0.2212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2321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r" for="ch" forName="parTx7" refType="w" fact="0.205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2164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else>
        </dgm:choose>
      </dgm:else>
    </dgm:choose>
    <dgm:forEach name="wrapper" axis="self" ptType="parTrans">
      <dgm:forEach name="wrapper2" axis="self" ptType="sibTrans" st="2">
        <dgm:forEach name="imageRepeat" axis="self">
          <dgm:layoutNode name="imageRepeat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 axis="self"/>
          </dgm:layoutNode>
        </dgm:forEach>
      </dgm:forEach>
    </dgm:forEach>
    <dgm:choose name="Name72">
      <dgm:if name="Name73" axis="ch" ptType="node" func="cnt" op="gte" val="2">
        <dgm:layoutNode name="do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4"/>
    </dgm:choose>
    <dgm:choose name="Name75">
      <dgm:if name="Name76" axis="ch" ptType="node" func="cnt" op="gte" val="3">
        <dgm:layoutNode name="do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7"/>
    </dgm:choose>
    <dgm:choose name="Name78">
      <dgm:if name="Name79" axis="ch" ptType="node" func="cnt" op="gte" val="4">
        <dgm:layoutNode name="do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0"/>
    </dgm:choose>
    <dgm:choose name="Name81">
      <dgm:if name="Name82" axis="ch" ptType="node" func="cnt" op="gte" val="5">
        <dgm:layoutNode name="do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3"/>
    </dgm:choose>
    <dgm:choose name="Name84">
      <dgm:if name="Name85" axis="ch" ptType="node" func="cnt" op="gte" val="6">
        <dgm:layoutNode name="do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6"/>
    </dgm:choose>
    <dgm:choose name="Name87">
      <dgm:if name="Name88" axis="ch" ptType="node" func="cnt" op="gte" val="7">
        <dgm:layoutNode name="dot1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9"/>
    </dgm:choose>
    <dgm:choose name="Name90">
      <dgm:if name="Name91" axis="ch" ptType="node" func="cnt" op="gte" val="2">
        <dgm:layoutNode name="dotArrow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92"/>
    </dgm:choose>
    <dgm:forEach name="Name93" axis="ch" ptType="node" cnt="1">
      <dgm:layoutNode name="parTx1">
        <dgm:choose name="Name94">
          <dgm:if name="Name95" func="var" arg="dir" op="equ" val="norm">
            <dgm:alg type="tx">
              <dgm:param type="parTxLTRAlign" val="l"/>
              <dgm:param type="parTxRTLAlign" val="r"/>
            </dgm:alg>
          </dgm:if>
          <dgm:else name="Name96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97">
          <dgm:if name="Name98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99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00">
        <dgm:if name="Name101" axis="ch" ptType="node" func="cnt" op="gte" val="1">
          <dgm:layoutNode name="desTx1" styleLbl="revTx">
            <dgm:varLst>
              <dgm:bulletEnabled val="1"/>
            </dgm:varLst>
            <dgm:choose name="Name102">
              <dgm:if name="Name103" func="var" arg="dir" op="equ" val="norm">
                <dgm:choose name="Name104">
                  <dgm:if name="Name105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06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07">
                <dgm:choose name="Name108">
                  <dgm:if name="Name109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10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11"/>
      </dgm:choose>
    </dgm:forEach>
    <dgm:forEach name="Name112" axis="ch" ptType="sibTrans" hideLastTrans="0" cnt="1">
      <dgm:layoutNode name="picture1">
        <dgm:alg type="sp"/>
        <dgm:shape xmlns:r="http://schemas.openxmlformats.org/officeDocument/2006/relationships" r:blip="">
          <dgm:adjLst/>
        </dgm:shape>
        <dgm:presOf/>
        <dgm:constrLst/>
        <dgm:forEach name="Name113" ref="imageRepeat"/>
      </dgm:layoutNode>
    </dgm:forEach>
    <dgm:forEach name="Name114" axis="ch" ptType="node" st="2" cnt="1">
      <dgm:layoutNode name="parTx2">
        <dgm:choose name="Name115">
          <dgm:if name="Name116" func="var" arg="dir" op="equ" val="norm">
            <dgm:alg type="tx">
              <dgm:param type="parTxLTRAlign" val="l"/>
              <dgm:param type="parTxRTLAlign" val="r"/>
            </dgm:alg>
          </dgm:if>
          <dgm:else name="Name117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18">
          <dgm:if name="Name119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20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21">
        <dgm:if name="Name122" axis="ch" ptType="node" func="cnt" op="gte" val="1">
          <dgm:layoutNode name="desTx2" styleLbl="revTx">
            <dgm:varLst>
              <dgm:bulletEnabled val="1"/>
            </dgm:varLst>
            <dgm:choose name="Name123">
              <dgm:if name="Name124" func="var" arg="dir" op="equ" val="norm">
                <dgm:choose name="Name125">
                  <dgm:if name="Name126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27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28">
                <dgm:choose name="Name129">
                  <dgm:if name="Name130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31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32"/>
      </dgm:choose>
    </dgm:forEach>
    <dgm:forEach name="Name133" axis="ch" ptType="sibTrans" hideLastTrans="0" st="2" cnt="1">
      <dgm:layoutNode name="picture2">
        <dgm:alg type="sp"/>
        <dgm:shape xmlns:r="http://schemas.openxmlformats.org/officeDocument/2006/relationships" r:blip="">
          <dgm:adjLst/>
        </dgm:shape>
        <dgm:presOf/>
        <dgm:constrLst/>
        <dgm:forEach name="Name134" ref="imageRepeat"/>
      </dgm:layoutNode>
    </dgm:forEach>
    <dgm:forEach name="Name135" axis="ch" ptType="node" st="3" cnt="1">
      <dgm:layoutNode name="parTx3">
        <dgm:choose name="Name136">
          <dgm:if name="Name137" func="var" arg="dir" op="equ" val="norm">
            <dgm:alg type="tx">
              <dgm:param type="parTxLTRAlign" val="l"/>
              <dgm:param type="parTxRTLAlign" val="r"/>
            </dgm:alg>
          </dgm:if>
          <dgm:else name="Name138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39">
          <dgm:if name="Name140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41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42">
        <dgm:if name="Name143" axis="ch" ptType="node" func="cnt" op="gte" val="1">
          <dgm:layoutNode name="desTx3" styleLbl="revTx">
            <dgm:varLst>
              <dgm:bulletEnabled val="1"/>
            </dgm:varLst>
            <dgm:choose name="Name144">
              <dgm:if name="Name145" func="var" arg="dir" op="equ" val="norm">
                <dgm:choose name="Name146">
                  <dgm:if name="Name147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48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49">
                <dgm:choose name="Name150">
                  <dgm:if name="Name151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5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53"/>
      </dgm:choose>
    </dgm:forEach>
    <dgm:forEach name="Name154" axis="ch" ptType="sibTrans" hideLastTrans="0" st="3" cnt="1">
      <dgm:layoutNode name="picture3">
        <dgm:alg type="sp"/>
        <dgm:shape xmlns:r="http://schemas.openxmlformats.org/officeDocument/2006/relationships" r:blip="">
          <dgm:adjLst/>
        </dgm:shape>
        <dgm:presOf/>
        <dgm:constrLst/>
        <dgm:forEach name="Name155" ref="imageRepeat"/>
      </dgm:layoutNode>
    </dgm:forEach>
    <dgm:forEach name="Name156" axis="ch" ptType="node" st="4" cnt="1">
      <dgm:layoutNode name="parTx4">
        <dgm:choose name="Name157">
          <dgm:if name="Name158" func="var" arg="dir" op="equ" val="norm">
            <dgm:alg type="tx">
              <dgm:param type="parTxLTRAlign" val="l"/>
              <dgm:param type="parTxRTLAlign" val="r"/>
            </dgm:alg>
          </dgm:if>
          <dgm:else name="Name159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60">
          <dgm:if name="Name161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62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63">
        <dgm:if name="Name164" axis="ch" ptType="node" func="cnt" op="gte" val="1">
          <dgm:layoutNode name="desTx4" styleLbl="revTx">
            <dgm:varLst>
              <dgm:bulletEnabled val="1"/>
            </dgm:varLst>
            <dgm:choose name="Name165">
              <dgm:if name="Name166" func="var" arg="dir" op="equ" val="norm">
                <dgm:choose name="Name167">
                  <dgm:if name="Name168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69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70">
                <dgm:choose name="Name171">
                  <dgm:if name="Name172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73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74"/>
      </dgm:choose>
    </dgm:forEach>
    <dgm:forEach name="Name175" axis="ch" ptType="sibTrans" hideLastTrans="0" st="4" cnt="1">
      <dgm:layoutNode name="picture4">
        <dgm:alg type="sp"/>
        <dgm:shape xmlns:r="http://schemas.openxmlformats.org/officeDocument/2006/relationships" r:blip="">
          <dgm:adjLst/>
        </dgm:shape>
        <dgm:presOf/>
        <dgm:constrLst/>
        <dgm:forEach name="Name176" ref="imageRepeat"/>
      </dgm:layoutNode>
    </dgm:forEach>
    <dgm:forEach name="Name177" axis="ch" ptType="node" st="5" cnt="1">
      <dgm:layoutNode name="parTx5">
        <dgm:choose name="Name178">
          <dgm:if name="Name179" func="var" arg="dir" op="equ" val="norm">
            <dgm:alg type="tx">
              <dgm:param type="parTxLTRAlign" val="l"/>
              <dgm:param type="parTxRTLAlign" val="r"/>
            </dgm:alg>
          </dgm:if>
          <dgm:else name="Name180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81">
          <dgm:if name="Name182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83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84">
        <dgm:if name="Name185" axis="ch" ptType="node" func="cnt" op="gte" val="1">
          <dgm:layoutNode name="desTx5" styleLbl="revTx">
            <dgm:varLst>
              <dgm:bulletEnabled val="1"/>
            </dgm:varLst>
            <dgm:choose name="Name186">
              <dgm:if name="Name187" func="var" arg="dir" op="equ" val="norm">
                <dgm:choose name="Name188">
                  <dgm:if name="Name189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90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91">
                <dgm:choose name="Name192">
                  <dgm:if name="Name193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94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95"/>
      </dgm:choose>
    </dgm:forEach>
    <dgm:forEach name="Name196" axis="ch" ptType="sibTrans" hideLastTrans="0" st="5" cnt="1">
      <dgm:layoutNode name="picture5">
        <dgm:alg type="sp"/>
        <dgm:shape xmlns:r="http://schemas.openxmlformats.org/officeDocument/2006/relationships" r:blip="">
          <dgm:adjLst/>
        </dgm:shape>
        <dgm:presOf/>
        <dgm:constrLst/>
        <dgm:forEach name="Name197" ref="imageRepeat"/>
      </dgm:layoutNode>
    </dgm:forEach>
    <dgm:forEach name="Name198" axis="ch" ptType="node" st="6" cnt="1">
      <dgm:layoutNode name="parTx6">
        <dgm:choose name="Name199">
          <dgm:if name="Name200" func="var" arg="dir" op="equ" val="norm">
            <dgm:alg type="tx">
              <dgm:param type="parTxLTRAlign" val="l"/>
              <dgm:param type="parTxRTLAlign" val="r"/>
            </dgm:alg>
          </dgm:if>
          <dgm:else name="Name201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02">
          <dgm:if name="Name203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04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05">
        <dgm:if name="Name206" axis="ch" ptType="node" func="cnt" op="gte" val="1">
          <dgm:layoutNode name="desTx6" styleLbl="revTx">
            <dgm:varLst>
              <dgm:bulletEnabled val="1"/>
            </dgm:varLst>
            <dgm:choose name="Name207">
              <dgm:if name="Name208" func="var" arg="dir" op="equ" val="norm">
                <dgm:choose name="Name209">
                  <dgm:if name="Name210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11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12">
                <dgm:choose name="Name213">
                  <dgm:if name="Name214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15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16"/>
      </dgm:choose>
    </dgm:forEach>
    <dgm:forEach name="Name217" axis="ch" ptType="sibTrans" hideLastTrans="0" st="6" cnt="1">
      <dgm:layoutNode name="picture6">
        <dgm:alg type="sp"/>
        <dgm:shape xmlns:r="http://schemas.openxmlformats.org/officeDocument/2006/relationships" r:blip="">
          <dgm:adjLst/>
        </dgm:shape>
        <dgm:presOf/>
        <dgm:constrLst/>
        <dgm:forEach name="Name218" ref="imageRepeat"/>
      </dgm:layoutNode>
    </dgm:forEach>
    <dgm:forEach name="Name219" axis="ch" ptType="node" st="7" cnt="1">
      <dgm:layoutNode name="parTx7">
        <dgm:choose name="Name220">
          <dgm:if name="Name221" func="var" arg="dir" op="equ" val="norm">
            <dgm:alg type="tx">
              <dgm:param type="parTxLTRAlign" val="l"/>
              <dgm:param type="parTxRTLAlign" val="r"/>
            </dgm:alg>
          </dgm:if>
          <dgm:else name="Name222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23">
          <dgm:if name="Name224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25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26">
        <dgm:if name="Name227" axis="ch" ptType="node" func="cnt" op="gte" val="1">
          <dgm:layoutNode name="desTx7" styleLbl="revTx">
            <dgm:varLst>
              <dgm:bulletEnabled val="1"/>
            </dgm:varLst>
            <dgm:choose name="Name228">
              <dgm:if name="Name229" func="var" arg="dir" op="equ" val="norm">
                <dgm:choose name="Name230">
                  <dgm:if name="Name231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32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33">
                <dgm:choose name="Name234">
                  <dgm:if name="Name235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36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37"/>
      </dgm:choose>
    </dgm:forEach>
    <dgm:forEach name="Name238" axis="ch" ptType="sibTrans" hideLastTrans="0" st="7" cnt="1">
      <dgm:layoutNode name="picture7">
        <dgm:alg type="sp"/>
        <dgm:shape xmlns:r="http://schemas.openxmlformats.org/officeDocument/2006/relationships" r:blip="">
          <dgm:adjLst/>
        </dgm:shape>
        <dgm:presOf/>
        <dgm:constrLst/>
        <dgm:forEach name="Name239" ref="imageRepeat"/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06/06/2026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Migrez des données médicales à l'aide du NoSQL</a:t>
            </a:r>
            <a:endParaRPr lang="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55000" lnSpcReduction="20000"/>
          </a:bodyPr>
          <a:lstStyle/>
          <a:p>
            <a:pPr rtl="0"/>
            <a:endParaRPr lang="fr" dirty="0"/>
          </a:p>
          <a:p>
            <a:pPr rtl="0"/>
            <a:r>
              <a:rPr lang="fr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10EF5F8D-B112-41BA-FBB3-0D1D30C74C92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Docker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FEE1361-097C-8D12-0435-234379519CF5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6660071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de la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0154426"/>
              </p:ext>
            </p:extLst>
          </p:nvPr>
        </p:nvGraphicFramePr>
        <p:xfrm>
          <a:off x="65594" y="249419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030033F-59A9-CD73-8714-B357588F29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9398960"/>
              </p:ext>
            </p:extLst>
          </p:nvPr>
        </p:nvGraphicFramePr>
        <p:xfrm>
          <a:off x="3378911" y="1260690"/>
          <a:ext cx="9064998" cy="53457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E1CFD976-ECE9-FE02-5481-ABB79534CC93}"/>
              </a:ext>
            </a:extLst>
          </p:cNvPr>
          <p:cNvSpPr txBox="1"/>
          <p:nvPr/>
        </p:nvSpPr>
        <p:spPr>
          <a:xfrm>
            <a:off x="6105856" y="3879344"/>
            <a:ext cx="393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MISSION</a:t>
            </a:r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98">
            <a:extLst>
              <a:ext uri="{FF2B5EF4-FFF2-40B4-BE49-F238E27FC236}">
                <a16:creationId xmlns:a16="http://schemas.microsoft.com/office/drawing/2014/main" id="{222AB507-6503-8DE4-B4A5-80A0C5451CAE}"/>
              </a:ext>
            </a:extLst>
          </p:cNvPr>
          <p:cNvSpPr/>
          <p:nvPr/>
        </p:nvSpPr>
        <p:spPr>
          <a:xfrm>
            <a:off x="581192" y="2029913"/>
            <a:ext cx="5082427" cy="1566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du projet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ECFB011-2259-8CDC-B78D-85126A474B41}"/>
              </a:ext>
            </a:extLst>
          </p:cNvPr>
          <p:cNvSpPr/>
          <p:nvPr/>
        </p:nvSpPr>
        <p:spPr>
          <a:xfrm>
            <a:off x="682437" y="2172094"/>
            <a:ext cx="2297187" cy="1215915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Données sources</a:t>
            </a:r>
          </a:p>
          <a:p>
            <a:pPr algn="ctr"/>
            <a:r>
              <a:rPr lang="fr-FR" b="1" dirty="0"/>
              <a:t>(.csv)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59E2273-7E3C-2855-7A6D-293C8EE454F5}"/>
              </a:ext>
            </a:extLst>
          </p:cNvPr>
          <p:cNvSpPr/>
          <p:nvPr/>
        </p:nvSpPr>
        <p:spPr>
          <a:xfrm>
            <a:off x="720268" y="3992494"/>
            <a:ext cx="2217626" cy="1401908"/>
          </a:xfrm>
          <a:prstGeom prst="roundRect">
            <a:avLst/>
          </a:prstGeom>
          <a:solidFill>
            <a:srgbClr val="7030A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Ingestion (scripts)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8010A6B1-39E7-1E69-9358-609A41B35FCD}"/>
              </a:ext>
            </a:extLst>
          </p:cNvPr>
          <p:cNvSpPr/>
          <p:nvPr/>
        </p:nvSpPr>
        <p:spPr>
          <a:xfrm>
            <a:off x="3555721" y="3909337"/>
            <a:ext cx="1890039" cy="1553136"/>
          </a:xfrm>
          <a:prstGeom prst="round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Processing</a:t>
            </a:r>
            <a:r>
              <a:rPr lang="fr-FR" b="1" dirty="0"/>
              <a:t> (fonctions)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D608B41-2045-D676-20D8-60E9435ABC47}"/>
              </a:ext>
            </a:extLst>
          </p:cNvPr>
          <p:cNvSpPr/>
          <p:nvPr/>
        </p:nvSpPr>
        <p:spPr>
          <a:xfrm>
            <a:off x="8973668" y="853889"/>
            <a:ext cx="2357720" cy="4482642"/>
          </a:xfrm>
          <a:prstGeom prst="roundRect">
            <a:avLst/>
          </a:prstGeom>
          <a:solidFill>
            <a:srgbClr val="FF3B3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Stockage (MongoDB)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C5015156-14CE-A14A-3BE7-F0CF892CB2E0}"/>
              </a:ext>
            </a:extLst>
          </p:cNvPr>
          <p:cNvSpPr/>
          <p:nvPr/>
        </p:nvSpPr>
        <p:spPr>
          <a:xfrm>
            <a:off x="3149103" y="2231222"/>
            <a:ext cx="2297187" cy="116878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Export (export . csv)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F821DF47-9FBF-2206-92A1-F0220D13941B}"/>
              </a:ext>
            </a:extLst>
          </p:cNvPr>
          <p:cNvSpPr/>
          <p:nvPr/>
        </p:nvSpPr>
        <p:spPr>
          <a:xfrm>
            <a:off x="5943039" y="2951002"/>
            <a:ext cx="2078300" cy="1478498"/>
          </a:xfrm>
          <a:prstGeom prst="roundRect">
            <a:avLst/>
          </a:prstGeom>
          <a:solidFill>
            <a:srgbClr val="92D05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Tests/Qualité (</a:t>
            </a:r>
            <a:r>
              <a:rPr lang="fr-FR" b="1" dirty="0" err="1"/>
              <a:t>pytest</a:t>
            </a:r>
            <a:r>
              <a:rPr lang="fr-FR" b="1" dirty="0"/>
              <a:t>)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A1D7501-9D13-4271-9E4F-2E5E1221F261}"/>
              </a:ext>
            </a:extLst>
          </p:cNvPr>
          <p:cNvSpPr/>
          <p:nvPr/>
        </p:nvSpPr>
        <p:spPr>
          <a:xfrm>
            <a:off x="425880" y="5533439"/>
            <a:ext cx="11029616" cy="470673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Docker compose – Orchestration des services (MongoDB + test + App migration + export) 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04F3A9D1-A1E2-74CF-1B56-94225F4099E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37894" y="4685905"/>
            <a:ext cx="617827" cy="754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14001A9-AB08-6486-5F7F-DB793D04F843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8021339" y="3690251"/>
            <a:ext cx="95232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3272470A-91C0-5BC4-CF6A-9BF9A4E88A5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5445760" y="4685905"/>
            <a:ext cx="3527378" cy="142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E9FE06A7-C200-B00B-6338-B462C11DF947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5446290" y="2800772"/>
            <a:ext cx="3526848" cy="148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9736248F-5CEC-EDF5-7DF6-202581988D92}"/>
              </a:ext>
            </a:extLst>
          </p:cNvPr>
          <p:cNvSpPr/>
          <p:nvPr/>
        </p:nvSpPr>
        <p:spPr>
          <a:xfrm>
            <a:off x="425880" y="6109108"/>
            <a:ext cx="11029616" cy="365125"/>
          </a:xfrm>
          <a:prstGeom prst="roundRect">
            <a:avLst/>
          </a:prstGeom>
          <a:solidFill>
            <a:srgbClr val="4EB29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Gouvernance (README.md, requirements.txt)</a:t>
            </a:r>
          </a:p>
        </p:txBody>
      </p: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56FA5AE2-1027-7A90-7508-11199B43382D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1829081" y="3388009"/>
            <a:ext cx="1950" cy="6044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 : en angle 90">
            <a:extLst>
              <a:ext uri="{FF2B5EF4-FFF2-40B4-BE49-F238E27FC236}">
                <a16:creationId xmlns:a16="http://schemas.microsoft.com/office/drawing/2014/main" id="{C9EFBF31-D1EC-B09D-1964-78C7A408245F}"/>
              </a:ext>
            </a:extLst>
          </p:cNvPr>
          <p:cNvCxnSpPr>
            <a:cxnSpLocks/>
            <a:stCxn id="9" idx="3"/>
            <a:endCxn id="12" idx="2"/>
          </p:cNvCxnSpPr>
          <p:nvPr/>
        </p:nvCxnSpPr>
        <p:spPr>
          <a:xfrm flipV="1">
            <a:off x="5445760" y="4429500"/>
            <a:ext cx="1536429" cy="25640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 : en angle 95">
            <a:extLst>
              <a:ext uri="{FF2B5EF4-FFF2-40B4-BE49-F238E27FC236}">
                <a16:creationId xmlns:a16="http://schemas.microsoft.com/office/drawing/2014/main" id="{08D73DF2-BB4C-B4BB-E31D-30B8BD82EFCA}"/>
              </a:ext>
            </a:extLst>
          </p:cNvPr>
          <p:cNvCxnSpPr>
            <a:cxnSpLocks/>
            <a:stCxn id="12" idx="1"/>
            <a:endCxn id="11" idx="2"/>
          </p:cNvCxnSpPr>
          <p:nvPr/>
        </p:nvCxnSpPr>
        <p:spPr>
          <a:xfrm rot="10800000">
            <a:off x="4297697" y="3400005"/>
            <a:ext cx="1645342" cy="29024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7FB500-31E2-A253-F471-070D4CE3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de la DATABASE NoSQL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A3A389-6E5E-0EBC-0315-8D372F3A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3729E421-7D21-CFA7-F969-C8AD24F6EB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4245717"/>
              </p:ext>
            </p:extLst>
          </p:nvPr>
        </p:nvGraphicFramePr>
        <p:xfrm>
          <a:off x="-331694" y="2106033"/>
          <a:ext cx="11758704" cy="47629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17C7EB83-1D91-AA07-8EBF-5DA35ABBFEF6}"/>
              </a:ext>
            </a:extLst>
          </p:cNvPr>
          <p:cNvSpPr txBox="1"/>
          <p:nvPr/>
        </p:nvSpPr>
        <p:spPr>
          <a:xfrm>
            <a:off x="2761129" y="2663759"/>
            <a:ext cx="5450542" cy="33855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Document { 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47A857E-44AB-1948-8A8B-327C76B91CA9}"/>
              </a:ext>
            </a:extLst>
          </p:cNvPr>
          <p:cNvSpPr txBox="1"/>
          <p:nvPr/>
        </p:nvSpPr>
        <p:spPr>
          <a:xfrm>
            <a:off x="1640541" y="2294427"/>
            <a:ext cx="657113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healthcare_data</a:t>
            </a:r>
            <a:r>
              <a:rPr lang="fr-FR" b="1" dirty="0">
                <a:solidFill>
                  <a:schemeClr val="bg1"/>
                </a:solidFill>
              </a:rPr>
              <a:t> (collection)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A216789-10B1-B224-E3C5-A7B385E37680}"/>
              </a:ext>
            </a:extLst>
          </p:cNvPr>
          <p:cNvSpPr txBox="1"/>
          <p:nvPr/>
        </p:nvSpPr>
        <p:spPr>
          <a:xfrm>
            <a:off x="581192" y="1925095"/>
            <a:ext cx="7630479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datasolutech</a:t>
            </a:r>
            <a:r>
              <a:rPr lang="fr-FR" b="1" dirty="0">
                <a:solidFill>
                  <a:schemeClr val="bg1"/>
                </a:solidFill>
              </a:rPr>
              <a:t> (</a:t>
            </a:r>
            <a:r>
              <a:rPr lang="fr-FR" b="1" dirty="0" err="1">
                <a:solidFill>
                  <a:schemeClr val="bg1"/>
                </a:solidFill>
              </a:rPr>
              <a:t>database</a:t>
            </a:r>
            <a:r>
              <a:rPr lang="fr-F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BA7827-151A-EE6B-1234-B377E604991C}"/>
              </a:ext>
            </a:extLst>
          </p:cNvPr>
          <p:cNvSpPr/>
          <p:nvPr/>
        </p:nvSpPr>
        <p:spPr>
          <a:xfrm>
            <a:off x="9180136" y="2793911"/>
            <a:ext cx="199935" cy="19993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36B548-1CAE-6761-F61E-08AF2A58549E}"/>
              </a:ext>
            </a:extLst>
          </p:cNvPr>
          <p:cNvSpPr txBox="1"/>
          <p:nvPr/>
        </p:nvSpPr>
        <p:spPr>
          <a:xfrm>
            <a:off x="9380071" y="2703755"/>
            <a:ext cx="1762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35385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F19B0-E62C-E08E-907D-B92335D2C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&amp; Migration des données vers MongoDB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F23C268-4E2B-85BD-8EE6-09F0F33E4D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7768642"/>
              </p:ext>
            </p:extLst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284908-15E9-46E2-37AF-EAFFF05B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72199EC7-BB4C-7625-42AF-3F0C2EAE26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2899095"/>
              </p:ext>
            </p:extLst>
          </p:nvPr>
        </p:nvGraphicFramePr>
        <p:xfrm>
          <a:off x="824901" y="1574858"/>
          <a:ext cx="105421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067786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BC31-72DB-76A5-B6B2-8C3E8AC4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CD4A27-DA0D-AF78-E16F-0122F6D7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automatisés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B05DBB8C-31CF-C777-3D0C-7BAD34BDF5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4A6FA0-E982-B4C9-167B-C07246DAF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0EBCBEA1-26AB-A0C7-4EC2-7641EA23BA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3409643"/>
              </p:ext>
            </p:extLst>
          </p:nvPr>
        </p:nvGraphicFramePr>
        <p:xfrm>
          <a:off x="1857227" y="186039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3952AE3-B4E9-9D8D-7479-EFD347D02705}"/>
              </a:ext>
            </a:extLst>
          </p:cNvPr>
          <p:cNvSpPr txBox="1"/>
          <p:nvPr/>
        </p:nvSpPr>
        <p:spPr>
          <a:xfrm>
            <a:off x="7843152" y="3429000"/>
            <a:ext cx="295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/>
              <a:t>Utilisation de </a:t>
            </a:r>
            <a:r>
              <a:rPr lang="fr-FR" b="1" i="1" dirty="0" err="1"/>
              <a:t>pytest</a:t>
            </a:r>
            <a:r>
              <a:rPr lang="fr-FR" b="1" i="1" dirty="0"/>
              <a:t> –v </a:t>
            </a:r>
            <a:r>
              <a:rPr lang="fr-FR" i="1" dirty="0"/>
              <a:t>pour lancer les tests</a:t>
            </a:r>
          </a:p>
          <a:p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1724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8F37F-C8F6-F3CD-25D0-89C19E32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Pipeline de Migration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458E1D-DB07-387B-6192-9825F33C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5588C3AB-A107-1AAB-EE7F-4D0377DEF26D}"/>
              </a:ext>
            </a:extLst>
          </p:cNvPr>
          <p:cNvGrpSpPr/>
          <p:nvPr/>
        </p:nvGrpSpPr>
        <p:grpSpPr>
          <a:xfrm>
            <a:off x="345440" y="2468880"/>
            <a:ext cx="11612880" cy="3580504"/>
            <a:chOff x="1512346" y="2666104"/>
            <a:chExt cx="9783182" cy="338328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B4F072E-B71E-E220-0FE6-9520A19C963A}"/>
                </a:ext>
              </a:extLst>
            </p:cNvPr>
            <p:cNvSpPr/>
            <p:nvPr/>
          </p:nvSpPr>
          <p:spPr>
            <a:xfrm>
              <a:off x="151234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CA822B19-E634-3E9B-E652-107013EAF998}"/>
                </a:ext>
              </a:extLst>
            </p:cNvPr>
            <p:cNvSpPr/>
            <p:nvPr/>
          </p:nvSpPr>
          <p:spPr>
            <a:xfrm>
              <a:off x="1512346" y="2666104"/>
              <a:ext cx="1280160" cy="640080"/>
            </a:xfrm>
            <a:prstGeom prst="rect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FC66A6D9-EFB0-2132-79E4-7829E2B120CE}"/>
                </a:ext>
              </a:extLst>
            </p:cNvPr>
            <p:cNvSpPr/>
            <p:nvPr/>
          </p:nvSpPr>
          <p:spPr>
            <a:xfrm>
              <a:off x="151234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20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844C15F8-A605-2DEA-F97B-3EB22BDCC844}"/>
                </a:ext>
              </a:extLst>
            </p:cNvPr>
            <p:cNvSpPr/>
            <p:nvPr/>
          </p:nvSpPr>
          <p:spPr>
            <a:xfrm>
              <a:off x="151234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Lecture CSV</a:t>
              </a:r>
              <a:endParaRPr lang="en-US" sz="12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76FBCAEE-6CCD-5948-F3E2-5EB6166EB138}"/>
                </a:ext>
              </a:extLst>
            </p:cNvPr>
            <p:cNvSpPr/>
            <p:nvPr/>
          </p:nvSpPr>
          <p:spPr>
            <a:xfrm>
              <a:off x="155806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pandas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lecture &amp;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vérification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6C09ABD6-E655-2F72-6E13-FCAB3834D5A4}"/>
                </a:ext>
              </a:extLst>
            </p:cNvPr>
            <p:cNvSpPr/>
            <p:nvPr/>
          </p:nvSpPr>
          <p:spPr>
            <a:xfrm>
              <a:off x="279250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EA711CC2-10A2-839B-FD59-190D0828D489}"/>
                </a:ext>
              </a:extLst>
            </p:cNvPr>
            <p:cNvSpPr/>
            <p:nvPr/>
          </p:nvSpPr>
          <p:spPr>
            <a:xfrm>
              <a:off x="297538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A65B5DA2-3B90-CFF6-8B11-2330A1CCF45A}"/>
                </a:ext>
              </a:extLst>
            </p:cNvPr>
            <p:cNvSpPr/>
            <p:nvPr/>
          </p:nvSpPr>
          <p:spPr>
            <a:xfrm>
              <a:off x="2975386" y="2666104"/>
              <a:ext cx="1280160" cy="640080"/>
            </a:xfrm>
            <a:prstGeom prst="rect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C20E815-19A7-36DC-8B08-777BE304CF0B}"/>
                </a:ext>
              </a:extLst>
            </p:cNvPr>
            <p:cNvSpPr/>
            <p:nvPr/>
          </p:nvSpPr>
          <p:spPr>
            <a:xfrm>
              <a:off x="297538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20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435091FA-3AFE-BD94-63BE-02193476B3DB}"/>
                </a:ext>
              </a:extLst>
            </p:cNvPr>
            <p:cNvSpPr/>
            <p:nvPr/>
          </p:nvSpPr>
          <p:spPr>
            <a:xfrm>
              <a:off x="297538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Nettoyage</a:t>
              </a:r>
              <a:endParaRPr lang="en-US" sz="12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1CB93EEF-5BC1-AAC4-F293-4874527DA2BC}"/>
                </a:ext>
              </a:extLst>
            </p:cNvPr>
            <p:cNvSpPr/>
            <p:nvPr/>
          </p:nvSpPr>
          <p:spPr>
            <a:xfrm>
              <a:off x="302110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colonnes,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dates, types,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coherence</a:t>
              </a:r>
              <a:endParaRPr lang="en-US" sz="14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7D14437F-F1C5-BC9A-FBF8-43120EE8877C}"/>
                </a:ext>
              </a:extLst>
            </p:cNvPr>
            <p:cNvSpPr/>
            <p:nvPr/>
          </p:nvSpPr>
          <p:spPr>
            <a:xfrm>
              <a:off x="425554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Shape 15">
              <a:extLst>
                <a:ext uri="{FF2B5EF4-FFF2-40B4-BE49-F238E27FC236}">
                  <a16:creationId xmlns:a16="http://schemas.microsoft.com/office/drawing/2014/main" id="{1795DCA4-5310-44BA-B12C-2E3ADF575C79}"/>
                </a:ext>
              </a:extLst>
            </p:cNvPr>
            <p:cNvSpPr/>
            <p:nvPr/>
          </p:nvSpPr>
          <p:spPr>
            <a:xfrm>
              <a:off x="443842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F0B8E1C8-C6C9-0B1A-733C-05B9BCD4F0FE}"/>
                </a:ext>
              </a:extLst>
            </p:cNvPr>
            <p:cNvSpPr/>
            <p:nvPr/>
          </p:nvSpPr>
          <p:spPr>
            <a:xfrm>
              <a:off x="4438426" y="2666104"/>
              <a:ext cx="1280160" cy="640080"/>
            </a:xfrm>
            <a:prstGeom prst="rect">
              <a:avLst/>
            </a:prstGeom>
            <a:solidFill>
              <a:srgbClr val="00B4D8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017B77FD-D13A-331D-F709-B4F2EB28BDCD}"/>
                </a:ext>
              </a:extLst>
            </p:cNvPr>
            <p:cNvSpPr/>
            <p:nvPr/>
          </p:nvSpPr>
          <p:spPr>
            <a:xfrm>
              <a:off x="443842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200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15A6A60C-4165-8E36-FD16-8390390FBD96}"/>
                </a:ext>
              </a:extLst>
            </p:cNvPr>
            <p:cNvSpPr/>
            <p:nvPr/>
          </p:nvSpPr>
          <p:spPr>
            <a:xfrm>
              <a:off x="443842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Connexion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MongoDB</a:t>
              </a:r>
              <a:endParaRPr lang="en-US" sz="120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DCB5F431-D691-452E-858C-4DC2DFDC0B06}"/>
                </a:ext>
              </a:extLst>
            </p:cNvPr>
            <p:cNvSpPr/>
            <p:nvPr/>
          </p:nvSpPr>
          <p:spPr>
            <a:xfrm>
              <a:off x="448414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pymongo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connect_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mongodb</a:t>
              </a:r>
              <a:endParaRPr lang="en-US" sz="1400" dirty="0"/>
            </a:p>
          </p:txBody>
        </p:sp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838B6781-FC93-826C-D7F2-902B7D0FD42A}"/>
                </a:ext>
              </a:extLst>
            </p:cNvPr>
            <p:cNvSpPr/>
            <p:nvPr/>
          </p:nvSpPr>
          <p:spPr>
            <a:xfrm>
              <a:off x="571858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B53D2C9A-8AAE-7AD5-4ED9-DB9E9D6F364E}"/>
                </a:ext>
              </a:extLst>
            </p:cNvPr>
            <p:cNvSpPr/>
            <p:nvPr/>
          </p:nvSpPr>
          <p:spPr>
            <a:xfrm>
              <a:off x="590146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55B0A425-3276-1339-903A-6DDE69B0D7B3}"/>
                </a:ext>
              </a:extLst>
            </p:cNvPr>
            <p:cNvSpPr/>
            <p:nvPr/>
          </p:nvSpPr>
          <p:spPr>
            <a:xfrm>
              <a:off x="5901466" y="2666104"/>
              <a:ext cx="1280160" cy="640080"/>
            </a:xfrm>
            <a:prstGeom prst="rect">
              <a:avLst/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1CDEC645-472B-6454-25BF-9A0E7D2407BD}"/>
                </a:ext>
              </a:extLst>
            </p:cNvPr>
            <p:cNvSpPr/>
            <p:nvPr/>
          </p:nvSpPr>
          <p:spPr>
            <a:xfrm>
              <a:off x="590146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2000" dirty="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9D8B3D20-AAEE-420D-8115-89B7E362F797}"/>
                </a:ext>
              </a:extLst>
            </p:cNvPr>
            <p:cNvSpPr/>
            <p:nvPr/>
          </p:nvSpPr>
          <p:spPr>
            <a:xfrm>
              <a:off x="590146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Migration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&amp; </a:t>
              </a:r>
              <a:r>
                <a:rPr lang="en-US" sz="1200" b="1" dirty="0" err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Vérification</a:t>
              </a:r>
              <a:endParaRPr lang="en-US" sz="12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69F22AF9-FCC1-C2DF-680E-E35061798C30}"/>
                </a:ext>
              </a:extLst>
            </p:cNvPr>
            <p:cNvSpPr/>
            <p:nvPr/>
          </p:nvSpPr>
          <p:spPr>
            <a:xfrm>
              <a:off x="594718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insert +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count 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docs == </a:t>
              </a:r>
              <a:r>
                <a:rPr lang="en-US" sz="1400" dirty="0" err="1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nb</a:t>
              </a: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400" dirty="0" err="1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lignes</a:t>
              </a:r>
              <a:endParaRPr lang="en-US" sz="1400" dirty="0"/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EB8D53D7-D385-8DC9-D53D-A735195DBD53}"/>
                </a:ext>
              </a:extLst>
            </p:cNvPr>
            <p:cNvSpPr/>
            <p:nvPr/>
          </p:nvSpPr>
          <p:spPr>
            <a:xfrm>
              <a:off x="718162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B854DAF5-411E-749B-CA7E-88431CE25B04}"/>
                </a:ext>
              </a:extLst>
            </p:cNvPr>
            <p:cNvSpPr/>
            <p:nvPr/>
          </p:nvSpPr>
          <p:spPr>
            <a:xfrm>
              <a:off x="736450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593CDE06-068B-CC70-89DF-7CF957C3AB5A}"/>
                </a:ext>
              </a:extLst>
            </p:cNvPr>
            <p:cNvSpPr/>
            <p:nvPr/>
          </p:nvSpPr>
          <p:spPr>
            <a:xfrm>
              <a:off x="7364506" y="2666104"/>
              <a:ext cx="1280160" cy="640080"/>
            </a:xfrm>
            <a:prstGeom prst="rect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7E3C285C-3742-906E-4CAD-4C2F98C3FB5A}"/>
                </a:ext>
              </a:extLst>
            </p:cNvPr>
            <p:cNvSpPr/>
            <p:nvPr/>
          </p:nvSpPr>
          <p:spPr>
            <a:xfrm>
              <a:off x="736450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2000" dirty="0"/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D1AD56D5-531D-3E94-EDCF-F858FEEF985D}"/>
                </a:ext>
              </a:extLst>
            </p:cNvPr>
            <p:cNvSpPr/>
            <p:nvPr/>
          </p:nvSpPr>
          <p:spPr>
            <a:xfrm>
              <a:off x="736450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Index</a:t>
              </a:r>
              <a:endParaRPr lang="en-US" sz="1200" dirty="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99BC5712-0E0E-3655-12D8-D6E5A51F8897}"/>
                </a:ext>
              </a:extLst>
            </p:cNvPr>
            <p:cNvSpPr/>
            <p:nvPr/>
          </p:nvSpPr>
          <p:spPr>
            <a:xfrm>
              <a:off x="741022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name, hospital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condition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dates</a:t>
              </a:r>
              <a:endParaRPr lang="en-US" sz="1200" dirty="0"/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E10B9F42-57BF-FA8A-FAE7-A689BDE31C8A}"/>
                </a:ext>
              </a:extLst>
            </p:cNvPr>
            <p:cNvSpPr/>
            <p:nvPr/>
          </p:nvSpPr>
          <p:spPr>
            <a:xfrm>
              <a:off x="864466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82BB5AC6-EC59-576E-896E-12D6D5F6ED5C}"/>
                </a:ext>
              </a:extLst>
            </p:cNvPr>
            <p:cNvSpPr/>
            <p:nvPr/>
          </p:nvSpPr>
          <p:spPr>
            <a:xfrm>
              <a:off x="882754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Shape 34">
              <a:extLst>
                <a:ext uri="{FF2B5EF4-FFF2-40B4-BE49-F238E27FC236}">
                  <a16:creationId xmlns:a16="http://schemas.microsoft.com/office/drawing/2014/main" id="{40BD7EDB-1BC6-E54D-EF07-1086D2C958A9}"/>
                </a:ext>
              </a:extLst>
            </p:cNvPr>
            <p:cNvSpPr/>
            <p:nvPr/>
          </p:nvSpPr>
          <p:spPr>
            <a:xfrm>
              <a:off x="8827546" y="2666104"/>
              <a:ext cx="1280160" cy="640080"/>
            </a:xfrm>
            <a:prstGeom prst="rect">
              <a:avLst/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fr-FR" sz="240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02DA009D-02E4-64E7-E938-AA1D1F91108C}"/>
                </a:ext>
              </a:extLst>
            </p:cNvPr>
            <p:cNvSpPr/>
            <p:nvPr/>
          </p:nvSpPr>
          <p:spPr>
            <a:xfrm>
              <a:off x="882754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</a:t>
              </a:r>
              <a:endParaRPr lang="en-US" sz="2000" dirty="0"/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82D1463F-BE48-A74D-2B15-DA09277295BA}"/>
                </a:ext>
              </a:extLst>
            </p:cNvPr>
            <p:cNvSpPr/>
            <p:nvPr/>
          </p:nvSpPr>
          <p:spPr>
            <a:xfrm>
              <a:off x="882754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Export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CSV</a:t>
              </a:r>
              <a:endParaRPr lang="en-US" sz="1200" dirty="0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22D0C437-CD89-04F8-834F-EF0331873888}"/>
                </a:ext>
              </a:extLst>
            </p:cNvPr>
            <p:cNvSpPr/>
            <p:nvPr/>
          </p:nvSpPr>
          <p:spPr>
            <a:xfrm>
              <a:off x="887326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find() →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DataFrame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→ .csv</a:t>
              </a:r>
              <a:endParaRPr lang="en-US" sz="14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94086EE6-7762-F12E-9FE0-703EC3E3F8C8}"/>
                </a:ext>
              </a:extLst>
            </p:cNvPr>
            <p:cNvSpPr/>
            <p:nvPr/>
          </p:nvSpPr>
          <p:spPr>
            <a:xfrm>
              <a:off x="1512346" y="5729344"/>
              <a:ext cx="70408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script_migration_csv_mongodb.py</a:t>
              </a:r>
              <a:endParaRPr lang="en-US" sz="1200" dirty="0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F97474A9-CE05-D1F9-8169-32EB4D64CA6D}"/>
                </a:ext>
              </a:extLst>
            </p:cNvPr>
            <p:cNvSpPr/>
            <p:nvPr/>
          </p:nvSpPr>
          <p:spPr>
            <a:xfrm>
              <a:off x="8598945" y="5729344"/>
              <a:ext cx="2696583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rgbClr val="EA580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script_export_csv_mongodb.py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1700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5C43-8134-B3AB-40CA-57F1ED2D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541E4E-55D9-14F8-978D-B8F35223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Conteneurisation avec Docker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8B4325-0E20-131C-6189-3F90EDDBE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D4DFC84-4B5B-610B-613D-F989808B26A4}"/>
              </a:ext>
            </a:extLst>
          </p:cNvPr>
          <p:cNvGrpSpPr/>
          <p:nvPr/>
        </p:nvGrpSpPr>
        <p:grpSpPr>
          <a:xfrm>
            <a:off x="957429" y="2135004"/>
            <a:ext cx="8412480" cy="4288910"/>
            <a:chOff x="805030" y="2135004"/>
            <a:chExt cx="8412480" cy="4288910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02A6584F-FFB0-B9B3-266A-DEE90D9806C5}"/>
                </a:ext>
              </a:extLst>
            </p:cNvPr>
            <p:cNvSpPr/>
            <p:nvPr/>
          </p:nvSpPr>
          <p:spPr>
            <a:xfrm>
              <a:off x="805030" y="2135004"/>
              <a:ext cx="8412480" cy="4288910"/>
            </a:xfrm>
            <a:prstGeom prst="rect">
              <a:avLst/>
            </a:prstGeom>
            <a:solidFill>
              <a:srgbClr val="EFF6FF"/>
            </a:solidFill>
            <a:ln w="25400">
              <a:solidFill>
                <a:srgbClr val="2563EB"/>
              </a:solidFill>
              <a:prstDash val="dash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141A890B-AC9E-C0E0-80A6-ACB870C1BE0D}"/>
                </a:ext>
              </a:extLst>
            </p:cNvPr>
            <p:cNvSpPr/>
            <p:nvPr/>
          </p:nvSpPr>
          <p:spPr>
            <a:xfrm>
              <a:off x="942190" y="2180724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2563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docker-compose.yml</a:t>
              </a:r>
              <a:endParaRPr lang="en-US" sz="1600" dirty="0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1C13B805-32BD-282B-7D8D-9C2CACD6002A}"/>
                </a:ext>
              </a:extLst>
            </p:cNvPr>
            <p:cNvSpPr/>
            <p:nvPr/>
          </p:nvSpPr>
          <p:spPr>
            <a:xfrm>
              <a:off x="943085" y="2542775"/>
              <a:ext cx="1828800" cy="2611431"/>
            </a:xfrm>
            <a:prstGeom prst="rect">
              <a:avLst/>
            </a:prstGeom>
            <a:solidFill>
              <a:srgbClr val="F0FFF4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E65C558A-C095-FB3C-75EA-40FC5C05C449}"/>
                </a:ext>
              </a:extLst>
            </p:cNvPr>
            <p:cNvSpPr/>
            <p:nvPr/>
          </p:nvSpPr>
          <p:spPr>
            <a:xfrm>
              <a:off x="1536550" y="2637924"/>
              <a:ext cx="731520" cy="731520"/>
            </a:xfrm>
            <a:prstGeom prst="ellipse">
              <a:avLst/>
            </a:prstGeom>
            <a:solidFill>
              <a:srgbClr val="00ED64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D24E46FB-7586-1D64-2802-36A3F6A345A6}"/>
                </a:ext>
              </a:extLst>
            </p:cNvPr>
            <p:cNvSpPr/>
            <p:nvPr/>
          </p:nvSpPr>
          <p:spPr>
            <a:xfrm>
              <a:off x="98791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mongo_datasolutech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33111342-20B8-8B1A-3431-E74314259A48}"/>
                </a:ext>
              </a:extLst>
            </p:cNvPr>
            <p:cNvSpPr/>
            <p:nvPr/>
          </p:nvSpPr>
          <p:spPr>
            <a:xfrm>
              <a:off x="98791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MongoDB 7</a:t>
              </a:r>
              <a:endParaRPr lang="en-US" sz="1200" dirty="0"/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FC952B5A-083E-F917-C9B6-F90D4F74FA4E}"/>
                </a:ext>
              </a:extLst>
            </p:cNvPr>
            <p:cNvSpPr/>
            <p:nvPr/>
          </p:nvSpPr>
          <p:spPr>
            <a:xfrm>
              <a:off x="107935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135F0C5B-A765-AC45-ED07-ACC948970968}"/>
                </a:ext>
              </a:extLst>
            </p:cNvPr>
            <p:cNvSpPr/>
            <p:nvPr/>
          </p:nvSpPr>
          <p:spPr>
            <a:xfrm>
              <a:off x="107935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27018:27017</a:t>
              </a:r>
              <a:endParaRPr lang="en-US" sz="1200" dirty="0"/>
            </a:p>
          </p:txBody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E0BFE299-16AA-F386-814D-3631A0A05546}"/>
                </a:ext>
              </a:extLst>
            </p:cNvPr>
            <p:cNvSpPr/>
            <p:nvPr/>
          </p:nvSpPr>
          <p:spPr>
            <a:xfrm>
              <a:off x="3091030" y="2546484"/>
              <a:ext cx="1828800" cy="2628900"/>
            </a:xfrm>
            <a:prstGeom prst="rect">
              <a:avLst/>
            </a:prstGeom>
            <a:solidFill>
              <a:srgbClr val="FFF7ED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886067B0-80EF-F0AC-8CE6-EE507AD78923}"/>
                </a:ext>
              </a:extLst>
            </p:cNvPr>
            <p:cNvSpPr/>
            <p:nvPr/>
          </p:nvSpPr>
          <p:spPr>
            <a:xfrm>
              <a:off x="3639670" y="2637924"/>
              <a:ext cx="731520" cy="731520"/>
            </a:xfrm>
            <a:prstGeom prst="ellipse">
              <a:avLst/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E2967FD6-57E4-9F69-603C-7849514C4930}"/>
                </a:ext>
              </a:extLst>
            </p:cNvPr>
            <p:cNvSpPr/>
            <p:nvPr/>
          </p:nvSpPr>
          <p:spPr>
            <a:xfrm>
              <a:off x="309103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test</a:t>
              </a:r>
              <a:endParaRPr lang="en-US" sz="1400" dirty="0"/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32AFF124-F254-0693-4827-52D8086D9896}"/>
                </a:ext>
              </a:extLst>
            </p:cNvPr>
            <p:cNvSpPr/>
            <p:nvPr/>
          </p:nvSpPr>
          <p:spPr>
            <a:xfrm>
              <a:off x="309103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pytest -v</a:t>
              </a:r>
              <a:endParaRPr lang="en-US" sz="1200" dirty="0"/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A96EEBE8-EC14-1902-EC0B-EF4E4F414C76}"/>
                </a:ext>
              </a:extLst>
            </p:cNvPr>
            <p:cNvSpPr/>
            <p:nvPr/>
          </p:nvSpPr>
          <p:spPr>
            <a:xfrm>
              <a:off x="318247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 sz="2400"/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6C88F981-C487-FD43-D313-6B7E99A199E1}"/>
                </a:ext>
              </a:extLst>
            </p:cNvPr>
            <p:cNvSpPr/>
            <p:nvPr/>
          </p:nvSpPr>
          <p:spPr>
            <a:xfrm>
              <a:off x="318247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Dockerfile.test</a:t>
              </a:r>
              <a:endParaRPr lang="en-US" sz="1200" dirty="0"/>
            </a:p>
          </p:txBody>
        </p:sp>
        <p:sp>
          <p:nvSpPr>
            <p:cNvPr id="22" name="Shape 17">
              <a:extLst>
                <a:ext uri="{FF2B5EF4-FFF2-40B4-BE49-F238E27FC236}">
                  <a16:creationId xmlns:a16="http://schemas.microsoft.com/office/drawing/2014/main" id="{1E812495-7CA8-C26C-DC8B-6CFEE68DD75A}"/>
                </a:ext>
              </a:extLst>
            </p:cNvPr>
            <p:cNvSpPr/>
            <p:nvPr/>
          </p:nvSpPr>
          <p:spPr>
            <a:xfrm>
              <a:off x="5194150" y="2546484"/>
              <a:ext cx="1828800" cy="261143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Shape 18">
              <a:extLst>
                <a:ext uri="{FF2B5EF4-FFF2-40B4-BE49-F238E27FC236}">
                  <a16:creationId xmlns:a16="http://schemas.microsoft.com/office/drawing/2014/main" id="{0FFD5824-6599-8785-300F-49975E3CE2F5}"/>
                </a:ext>
              </a:extLst>
            </p:cNvPr>
            <p:cNvSpPr/>
            <p:nvPr/>
          </p:nvSpPr>
          <p:spPr>
            <a:xfrm>
              <a:off x="5742790" y="2637924"/>
              <a:ext cx="731520" cy="731520"/>
            </a:xfrm>
            <a:prstGeom prst="ellipse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27047BE1-4F3E-7E4C-CE63-3B4342129376}"/>
                </a:ext>
              </a:extLst>
            </p:cNvPr>
            <p:cNvSpPr/>
            <p:nvPr/>
          </p:nvSpPr>
          <p:spPr>
            <a:xfrm>
              <a:off x="519415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migration</a:t>
              </a:r>
              <a:endParaRPr lang="en-US" sz="1400" dirty="0"/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82FF321C-C12F-E775-856C-5DDCD56A8F54}"/>
                </a:ext>
              </a:extLst>
            </p:cNvPr>
            <p:cNvSpPr/>
            <p:nvPr/>
          </p:nvSpPr>
          <p:spPr>
            <a:xfrm>
              <a:off x="519415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script_migration</a:t>
              </a:r>
              <a:endParaRPr lang="en-US" sz="1200" dirty="0"/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09F50441-292B-D311-AAF9-05004BD7912C}"/>
                </a:ext>
              </a:extLst>
            </p:cNvPr>
            <p:cNvSpPr/>
            <p:nvPr/>
          </p:nvSpPr>
          <p:spPr>
            <a:xfrm>
              <a:off x="528559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32F8A713-4440-F48E-31D1-3B8A69B8DF76}"/>
                </a:ext>
              </a:extLst>
            </p:cNvPr>
            <p:cNvSpPr/>
            <p:nvPr/>
          </p:nvSpPr>
          <p:spPr>
            <a:xfrm>
              <a:off x="528559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</a:t>
              </a:r>
              <a:endParaRPr lang="en-US" sz="1200" dirty="0"/>
            </a:p>
          </p:txBody>
        </p:sp>
        <p:sp>
          <p:nvSpPr>
            <p:cNvPr id="29" name="Shape 23">
              <a:extLst>
                <a:ext uri="{FF2B5EF4-FFF2-40B4-BE49-F238E27FC236}">
                  <a16:creationId xmlns:a16="http://schemas.microsoft.com/office/drawing/2014/main" id="{39C1ED14-EB6A-7EF2-F540-636910E47BAC}"/>
                </a:ext>
              </a:extLst>
            </p:cNvPr>
            <p:cNvSpPr/>
            <p:nvPr/>
          </p:nvSpPr>
          <p:spPr>
            <a:xfrm>
              <a:off x="7297270" y="2546484"/>
              <a:ext cx="1828800" cy="2611430"/>
            </a:xfrm>
            <a:prstGeom prst="rect">
              <a:avLst/>
            </a:prstGeom>
            <a:solidFill>
              <a:srgbClr val="EDE9B1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Shape 24">
              <a:extLst>
                <a:ext uri="{FF2B5EF4-FFF2-40B4-BE49-F238E27FC236}">
                  <a16:creationId xmlns:a16="http://schemas.microsoft.com/office/drawing/2014/main" id="{784EB558-9113-BCA2-125D-62F38FC7E755}"/>
                </a:ext>
              </a:extLst>
            </p:cNvPr>
            <p:cNvSpPr/>
            <p:nvPr/>
          </p:nvSpPr>
          <p:spPr>
            <a:xfrm>
              <a:off x="7845910" y="2637924"/>
              <a:ext cx="731520" cy="731520"/>
            </a:xfrm>
            <a:prstGeom prst="ellipse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4DCA37BC-D16F-01F0-45CD-E001B1A75144}"/>
                </a:ext>
              </a:extLst>
            </p:cNvPr>
            <p:cNvSpPr/>
            <p:nvPr/>
          </p:nvSpPr>
          <p:spPr>
            <a:xfrm>
              <a:off x="729727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export</a:t>
              </a:r>
              <a:endParaRPr lang="en-US" sz="1400" dirty="0"/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F118D41A-1E99-854F-DD08-2A8ECC20D333}"/>
                </a:ext>
              </a:extLst>
            </p:cNvPr>
            <p:cNvSpPr/>
            <p:nvPr/>
          </p:nvSpPr>
          <p:spPr>
            <a:xfrm>
              <a:off x="729727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script_export</a:t>
              </a:r>
              <a:endParaRPr lang="en-US" sz="1200" dirty="0"/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F70E384F-4902-1D34-C6AF-065952F1D610}"/>
                </a:ext>
              </a:extLst>
            </p:cNvPr>
            <p:cNvSpPr/>
            <p:nvPr/>
          </p:nvSpPr>
          <p:spPr>
            <a:xfrm>
              <a:off x="738871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3A5EFD72-A691-413C-919F-ABA4B30A81B0}"/>
                </a:ext>
              </a:extLst>
            </p:cNvPr>
            <p:cNvSpPr/>
            <p:nvPr/>
          </p:nvSpPr>
          <p:spPr>
            <a:xfrm>
              <a:off x="738871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Dockerfile.export</a:t>
              </a:r>
              <a:endParaRPr lang="en-US" sz="1200" dirty="0"/>
            </a:p>
          </p:txBody>
        </p:sp>
        <p:sp>
          <p:nvSpPr>
            <p:cNvPr id="36" name="Shape 29">
              <a:extLst>
                <a:ext uri="{FF2B5EF4-FFF2-40B4-BE49-F238E27FC236}">
                  <a16:creationId xmlns:a16="http://schemas.microsoft.com/office/drawing/2014/main" id="{DA5324AE-E4C6-7450-5A85-8BF21506EA7C}"/>
                </a:ext>
              </a:extLst>
            </p:cNvPr>
            <p:cNvSpPr/>
            <p:nvPr/>
          </p:nvSpPr>
          <p:spPr>
            <a:xfrm>
              <a:off x="281671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30">
              <a:extLst>
                <a:ext uri="{FF2B5EF4-FFF2-40B4-BE49-F238E27FC236}">
                  <a16:creationId xmlns:a16="http://schemas.microsoft.com/office/drawing/2014/main" id="{3343446E-774E-8B85-20F0-FEAF03F83C53}"/>
                </a:ext>
              </a:extLst>
            </p:cNvPr>
            <p:cNvSpPr/>
            <p:nvPr/>
          </p:nvSpPr>
          <p:spPr>
            <a:xfrm>
              <a:off x="2953870" y="3277467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38" name="Shape 31">
              <a:extLst>
                <a:ext uri="{FF2B5EF4-FFF2-40B4-BE49-F238E27FC236}">
                  <a16:creationId xmlns:a16="http://schemas.microsoft.com/office/drawing/2014/main" id="{F6F87320-CDB7-837E-4F73-A30E03291D39}"/>
                </a:ext>
              </a:extLst>
            </p:cNvPr>
            <p:cNvSpPr/>
            <p:nvPr/>
          </p:nvSpPr>
          <p:spPr>
            <a:xfrm>
              <a:off x="491983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Text 32">
              <a:extLst>
                <a:ext uri="{FF2B5EF4-FFF2-40B4-BE49-F238E27FC236}">
                  <a16:creationId xmlns:a16="http://schemas.microsoft.com/office/drawing/2014/main" id="{9A52496F-81D7-8872-6900-5A71EF44350E}"/>
                </a:ext>
              </a:extLst>
            </p:cNvPr>
            <p:cNvSpPr/>
            <p:nvPr/>
          </p:nvSpPr>
          <p:spPr>
            <a:xfrm>
              <a:off x="5056990" y="32864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40" name="Shape 33">
              <a:extLst>
                <a:ext uri="{FF2B5EF4-FFF2-40B4-BE49-F238E27FC236}">
                  <a16:creationId xmlns:a16="http://schemas.microsoft.com/office/drawing/2014/main" id="{4C24E256-906B-430B-FB13-B3DB39BE6DF2}"/>
                </a:ext>
              </a:extLst>
            </p:cNvPr>
            <p:cNvSpPr/>
            <p:nvPr/>
          </p:nvSpPr>
          <p:spPr>
            <a:xfrm>
              <a:off x="702295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Text 34">
              <a:extLst>
                <a:ext uri="{FF2B5EF4-FFF2-40B4-BE49-F238E27FC236}">
                  <a16:creationId xmlns:a16="http://schemas.microsoft.com/office/drawing/2014/main" id="{B4D79776-C202-A837-A796-4DCAF3784CD0}"/>
                </a:ext>
              </a:extLst>
            </p:cNvPr>
            <p:cNvSpPr/>
            <p:nvPr/>
          </p:nvSpPr>
          <p:spPr>
            <a:xfrm>
              <a:off x="7160110" y="3277467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42" name="Text 35">
              <a:extLst>
                <a:ext uri="{FF2B5EF4-FFF2-40B4-BE49-F238E27FC236}">
                  <a16:creationId xmlns:a16="http://schemas.microsoft.com/office/drawing/2014/main" id="{CB6B55C9-47D6-0D55-8598-903F4C501B95}"/>
                </a:ext>
              </a:extLst>
            </p:cNvPr>
            <p:cNvSpPr/>
            <p:nvPr/>
          </p:nvSpPr>
          <p:spPr>
            <a:xfrm>
              <a:off x="3849443" y="5289586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4748B"/>
                  </a:solidFill>
                </a:rPr>
                <a:t>depends_on →</a:t>
              </a:r>
              <a:endParaRPr lang="en-US" sz="900" dirty="0"/>
            </a:p>
          </p:txBody>
        </p:sp>
        <p:sp>
          <p:nvSpPr>
            <p:cNvPr id="43" name="Shape 36">
              <a:extLst>
                <a:ext uri="{FF2B5EF4-FFF2-40B4-BE49-F238E27FC236}">
                  <a16:creationId xmlns:a16="http://schemas.microsoft.com/office/drawing/2014/main" id="{963FBE4E-6C14-B0BE-463E-BC009FB29F27}"/>
                </a:ext>
              </a:extLst>
            </p:cNvPr>
            <p:cNvSpPr/>
            <p:nvPr/>
          </p:nvSpPr>
          <p:spPr>
            <a:xfrm>
              <a:off x="1033630" y="5675167"/>
              <a:ext cx="8046720" cy="274320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Volumes: 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volume_mongodb</a:t>
              </a: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•  Montage: ./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donnees</a:t>
              </a: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:/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donnees</a:t>
              </a:r>
              <a:endParaRPr lang="en-US" sz="1200" dirty="0"/>
            </a:p>
          </p:txBody>
        </p:sp>
        <p:sp>
          <p:nvSpPr>
            <p:cNvPr id="7" name="Shape 36">
              <a:extLst>
                <a:ext uri="{FF2B5EF4-FFF2-40B4-BE49-F238E27FC236}">
                  <a16:creationId xmlns:a16="http://schemas.microsoft.com/office/drawing/2014/main" id="{AA4FF561-D6FB-3499-3B32-8529DBD6C379}"/>
                </a:ext>
              </a:extLst>
            </p:cNvPr>
            <p:cNvSpPr/>
            <p:nvPr/>
          </p:nvSpPr>
          <p:spPr>
            <a:xfrm>
              <a:off x="1033630" y="6021501"/>
              <a:ext cx="8046720" cy="274320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Networks:network_datasolutech</a:t>
              </a:r>
              <a:endParaRPr lang="fr-FR" sz="1200" dirty="0"/>
            </a:p>
          </p:txBody>
        </p:sp>
        <p:sp>
          <p:nvSpPr>
            <p:cNvPr id="45" name="Shape 9">
              <a:extLst>
                <a:ext uri="{FF2B5EF4-FFF2-40B4-BE49-F238E27FC236}">
                  <a16:creationId xmlns:a16="http://schemas.microsoft.com/office/drawing/2014/main" id="{07E9ACC7-7D5C-DE75-7865-4D3163577A86}"/>
                </a:ext>
              </a:extLst>
            </p:cNvPr>
            <p:cNvSpPr/>
            <p:nvPr/>
          </p:nvSpPr>
          <p:spPr>
            <a:xfrm>
              <a:off x="107935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mongo-init.js</a:t>
              </a:r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B0721530-8A1F-589C-4D4B-E3BB0F99D53B}"/>
                </a:ext>
              </a:extLst>
            </p:cNvPr>
            <p:cNvSpPr/>
            <p:nvPr/>
          </p:nvSpPr>
          <p:spPr>
            <a:xfrm>
              <a:off x="1066779" y="4878203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7" name="Shape 9">
              <a:extLst>
                <a:ext uri="{FF2B5EF4-FFF2-40B4-BE49-F238E27FC236}">
                  <a16:creationId xmlns:a16="http://schemas.microsoft.com/office/drawing/2014/main" id="{DF67E8B2-DE8E-9123-73F8-9A32BA886322}"/>
                </a:ext>
              </a:extLst>
            </p:cNvPr>
            <p:cNvSpPr/>
            <p:nvPr/>
          </p:nvSpPr>
          <p:spPr>
            <a:xfrm>
              <a:off x="3181553" y="4865085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8" name="Shape 9">
              <a:extLst>
                <a:ext uri="{FF2B5EF4-FFF2-40B4-BE49-F238E27FC236}">
                  <a16:creationId xmlns:a16="http://schemas.microsoft.com/office/drawing/2014/main" id="{EE2B6444-D9AB-63B5-7A5A-AE02F9B73610}"/>
                </a:ext>
              </a:extLst>
            </p:cNvPr>
            <p:cNvSpPr/>
            <p:nvPr/>
          </p:nvSpPr>
          <p:spPr>
            <a:xfrm>
              <a:off x="5285590" y="4878009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9" name="Shape 9">
              <a:extLst>
                <a:ext uri="{FF2B5EF4-FFF2-40B4-BE49-F238E27FC236}">
                  <a16:creationId xmlns:a16="http://schemas.microsoft.com/office/drawing/2014/main" id="{7D5D14A1-6B3D-64CB-B05E-8312DB1206DF}"/>
                </a:ext>
              </a:extLst>
            </p:cNvPr>
            <p:cNvSpPr/>
            <p:nvPr/>
          </p:nvSpPr>
          <p:spPr>
            <a:xfrm>
              <a:off x="7398571" y="4878009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0" name="Shape 9">
              <a:extLst>
                <a:ext uri="{FF2B5EF4-FFF2-40B4-BE49-F238E27FC236}">
                  <a16:creationId xmlns:a16="http://schemas.microsoft.com/office/drawing/2014/main" id="{828CF919-5F0A-53F8-4C5D-62470C6CA8F5}"/>
                </a:ext>
              </a:extLst>
            </p:cNvPr>
            <p:cNvSpPr/>
            <p:nvPr/>
          </p:nvSpPr>
          <p:spPr>
            <a:xfrm>
              <a:off x="3181553" y="4554746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1" name="Shape 9">
              <a:extLst>
                <a:ext uri="{FF2B5EF4-FFF2-40B4-BE49-F238E27FC236}">
                  <a16:creationId xmlns:a16="http://schemas.microsoft.com/office/drawing/2014/main" id="{3111A62D-4FE6-6138-B07E-0E98C4DD0A72}"/>
                </a:ext>
              </a:extLst>
            </p:cNvPr>
            <p:cNvSpPr/>
            <p:nvPr/>
          </p:nvSpPr>
          <p:spPr>
            <a:xfrm>
              <a:off x="738871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2" name="Shape 9">
              <a:extLst>
                <a:ext uri="{FF2B5EF4-FFF2-40B4-BE49-F238E27FC236}">
                  <a16:creationId xmlns:a16="http://schemas.microsoft.com/office/drawing/2014/main" id="{F526D15D-10E6-1ED5-4236-B425902F6E5B}"/>
                </a:ext>
              </a:extLst>
            </p:cNvPr>
            <p:cNvSpPr/>
            <p:nvPr/>
          </p:nvSpPr>
          <p:spPr>
            <a:xfrm>
              <a:off x="528559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6544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49FDBB-87AF-73FB-5679-BCEA96536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Authentifications &amp; Rôles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AC88E2-D6E8-56B8-C161-1D63353E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47330B3C-2814-124C-4DC2-75821E5057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8741728"/>
              </p:ext>
            </p:extLst>
          </p:nvPr>
        </p:nvGraphicFramePr>
        <p:xfrm>
          <a:off x="2677457" y="1708038"/>
          <a:ext cx="9111131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63BAE7F0-C012-F69E-65C5-62E4DBE169C6}"/>
              </a:ext>
            </a:extLst>
          </p:cNvPr>
          <p:cNvSpPr txBox="1"/>
          <p:nvPr/>
        </p:nvSpPr>
        <p:spPr>
          <a:xfrm>
            <a:off x="1493520" y="5638800"/>
            <a:ext cx="3007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MongoDB ne garde pas les mots de passe en clair, il fait du hachage.</a:t>
            </a:r>
          </a:p>
        </p:txBody>
      </p:sp>
    </p:spTree>
    <p:extLst>
      <p:ext uri="{BB962C8B-B14F-4D97-AF65-F5344CB8AC3E}">
        <p14:creationId xmlns:p14="http://schemas.microsoft.com/office/powerpoint/2010/main" val="4083905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9B731A-BF0E-7889-45AA-752A98CE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Authentifications &amp; Rôles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E901ED-44A8-F69E-F2C9-642CF73CB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4857A3-E9CF-065A-03E4-9C4B42E773E5}"/>
              </a:ext>
            </a:extLst>
          </p:cNvPr>
          <p:cNvSpPr/>
          <p:nvPr/>
        </p:nvSpPr>
        <p:spPr>
          <a:xfrm>
            <a:off x="2112455" y="1999128"/>
            <a:ext cx="5722699" cy="2524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1E2D6B-69D6-B4C3-D87C-1B11484FDCB3}"/>
              </a:ext>
            </a:extLst>
          </p:cNvPr>
          <p:cNvSpPr/>
          <p:nvPr/>
        </p:nvSpPr>
        <p:spPr>
          <a:xfrm>
            <a:off x="2383009" y="3261272"/>
            <a:ext cx="2590795" cy="8068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Base de données </a:t>
            </a:r>
          </a:p>
          <a:p>
            <a:pPr algn="ctr"/>
            <a:r>
              <a:rPr lang="fr-FR" dirty="0" err="1"/>
              <a:t>datasolutech</a:t>
            </a:r>
            <a:endParaRPr lang="fr-FR" dirty="0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12139CB-D734-CF93-1547-EECAA45EF8FF}"/>
              </a:ext>
            </a:extLst>
          </p:cNvPr>
          <p:cNvSpPr/>
          <p:nvPr/>
        </p:nvSpPr>
        <p:spPr>
          <a:xfrm>
            <a:off x="6846520" y="5314162"/>
            <a:ext cx="2109226" cy="63908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Analyste_lecture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read</a:t>
            </a:r>
            <a:r>
              <a:rPr lang="fr-FR" sz="1600" dirty="0"/>
              <a:t>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7771DF06-95FF-2DE1-B261-29B060E75E16}"/>
              </a:ext>
            </a:extLst>
          </p:cNvPr>
          <p:cNvSpPr/>
          <p:nvPr/>
        </p:nvSpPr>
        <p:spPr>
          <a:xfrm>
            <a:off x="3998263" y="5314162"/>
            <a:ext cx="2447365" cy="63908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App_migration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readWrite</a:t>
            </a:r>
            <a:r>
              <a:rPr lang="fr-FR" sz="1600" dirty="0">
                <a:latin typeface="Consolas" panose="020B0609020204030204" pitchFamily="49" charset="0"/>
              </a:rPr>
              <a:t>/</a:t>
            </a:r>
            <a:r>
              <a:rPr lang="fr-FR" sz="1600" dirty="0" err="1">
                <a:latin typeface="Consolas" panose="020B0609020204030204" pitchFamily="49" charset="0"/>
              </a:rPr>
              <a:t>dbAdmin</a:t>
            </a:r>
            <a:r>
              <a:rPr lang="fr-FR" sz="1600" dirty="0"/>
              <a:t>)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438327CC-E71F-8ED1-80D3-604352E2E0FB}"/>
              </a:ext>
            </a:extLst>
          </p:cNvPr>
          <p:cNvSpPr/>
          <p:nvPr/>
        </p:nvSpPr>
        <p:spPr>
          <a:xfrm>
            <a:off x="1195532" y="5313038"/>
            <a:ext cx="2494877" cy="64021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Admin_datasolutech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dbOwner</a:t>
            </a:r>
            <a:r>
              <a:rPr lang="fr-FR" sz="1600" dirty="0"/>
              <a:t>)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CA37E990-B6CA-2CE3-10E5-119E365B9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441" y="6073029"/>
            <a:ext cx="472481" cy="53344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BA0410C-08CD-B097-12CA-36374D5B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569" y="6073029"/>
            <a:ext cx="472481" cy="533446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73CEDC65-E1DB-0337-7877-B86642D9C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769" y="6045186"/>
            <a:ext cx="472481" cy="533446"/>
          </a:xfrm>
          <a:prstGeom prst="rect">
            <a:avLst/>
          </a:prstGeom>
        </p:spPr>
      </p:pic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C36698BF-96F8-AE67-F353-ABA65B09FA5A}"/>
              </a:ext>
            </a:extLst>
          </p:cNvPr>
          <p:cNvSpPr/>
          <p:nvPr/>
        </p:nvSpPr>
        <p:spPr>
          <a:xfrm>
            <a:off x="9469560" y="2261668"/>
            <a:ext cx="1962379" cy="64221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Root</a:t>
            </a:r>
          </a:p>
          <a:p>
            <a:pPr algn="ctr"/>
            <a:r>
              <a:rPr lang="fr-FR" sz="1600" dirty="0"/>
              <a:t>(all)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8E6A3D9B-BCD9-2972-35DD-F89BA6E5B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397" y="3394404"/>
            <a:ext cx="472481" cy="533446"/>
          </a:xfrm>
          <a:prstGeom prst="rect">
            <a:avLst/>
          </a:prstGeom>
        </p:spPr>
      </p:pic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997A3014-01C1-A5DB-40AD-C7D5BD5CFDC1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78923" y="2561998"/>
            <a:ext cx="1246066" cy="4222726"/>
          </a:xfrm>
          <a:prstGeom prst="bentConnector3">
            <a:avLst>
              <a:gd name="adj1" fmla="val 52158"/>
            </a:avLst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 : en angle 30">
            <a:extLst>
              <a:ext uri="{FF2B5EF4-FFF2-40B4-BE49-F238E27FC236}">
                <a16:creationId xmlns:a16="http://schemas.microsoft.com/office/drawing/2014/main" id="{2FB4835D-74D0-2619-D4CD-BCFCF90335A6}"/>
              </a:ext>
            </a:extLst>
          </p:cNvPr>
          <p:cNvCxnSpPr>
            <a:cxnSpLocks/>
            <a:stCxn id="24" idx="1"/>
            <a:endCxn id="11" idx="3"/>
          </p:cNvCxnSpPr>
          <p:nvPr/>
        </p:nvCxnSpPr>
        <p:spPr>
          <a:xfrm rot="10800000" flipV="1">
            <a:off x="4973804" y="2582774"/>
            <a:ext cx="4495756" cy="1081910"/>
          </a:xfrm>
          <a:prstGeom prst="bentConnector3">
            <a:avLst>
              <a:gd name="adj1" fmla="val 41824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B2A447CE-1FD2-A9D1-9E6F-D0053E3E44F8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7835154" y="2582773"/>
            <a:ext cx="1634406" cy="678499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B515566D-09E3-DB70-087E-C1822DDE98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rot="16200000" flipH="1">
            <a:off x="3827143" y="3919359"/>
            <a:ext cx="1246066" cy="1543539"/>
          </a:xfrm>
          <a:prstGeom prst="bentConnector3">
            <a:avLst>
              <a:gd name="adj1" fmla="val 7877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 : en angle 42">
            <a:extLst>
              <a:ext uri="{FF2B5EF4-FFF2-40B4-BE49-F238E27FC236}">
                <a16:creationId xmlns:a16="http://schemas.microsoft.com/office/drawing/2014/main" id="{DA92A66C-07E9-3289-36F7-073D3068D8E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438218" y="4072849"/>
            <a:ext cx="1244942" cy="1235436"/>
          </a:xfrm>
          <a:prstGeom prst="bentConnector3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4A7542AD-3541-EF05-CA3B-04728CA1BFD7}"/>
              </a:ext>
            </a:extLst>
          </p:cNvPr>
          <p:cNvSpPr/>
          <p:nvPr/>
        </p:nvSpPr>
        <p:spPr>
          <a:xfrm>
            <a:off x="4680130" y="2175178"/>
            <a:ext cx="2419364" cy="8068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Autres bases de données</a:t>
            </a:r>
          </a:p>
          <a:p>
            <a:pPr algn="ctr"/>
            <a:r>
              <a:rPr lang="fr-FR" dirty="0"/>
              <a:t>(admin, config)</a:t>
            </a:r>
          </a:p>
        </p:txBody>
      </p: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5C2CED78-D476-736F-62E0-C8D2D1C24918}"/>
              </a:ext>
            </a:extLst>
          </p:cNvPr>
          <p:cNvCxnSpPr>
            <a:cxnSpLocks/>
            <a:stCxn id="24" idx="1"/>
            <a:endCxn id="62" idx="3"/>
          </p:cNvCxnSpPr>
          <p:nvPr/>
        </p:nvCxnSpPr>
        <p:spPr>
          <a:xfrm flipH="1" flipV="1">
            <a:off x="7099494" y="2578590"/>
            <a:ext cx="237006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ZoneTexte 80">
            <a:extLst>
              <a:ext uri="{FF2B5EF4-FFF2-40B4-BE49-F238E27FC236}">
                <a16:creationId xmlns:a16="http://schemas.microsoft.com/office/drawing/2014/main" id="{1AEE650C-F5BF-1911-EBF5-9CB5F8C256B9}"/>
              </a:ext>
            </a:extLst>
          </p:cNvPr>
          <p:cNvSpPr txBox="1"/>
          <p:nvPr/>
        </p:nvSpPr>
        <p:spPr>
          <a:xfrm>
            <a:off x="2184161" y="2107806"/>
            <a:ext cx="19294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i="1" dirty="0"/>
              <a:t>Conteneur MongoDB</a:t>
            </a:r>
          </a:p>
        </p:txBody>
      </p:sp>
      <p:pic>
        <p:nvPicPr>
          <p:cNvPr id="86" name="Image 85" descr="preencoded.png">
            <a:extLst>
              <a:ext uri="{FF2B5EF4-FFF2-40B4-BE49-F238E27FC236}">
                <a16:creationId xmlns:a16="http://schemas.microsoft.com/office/drawing/2014/main" id="{B4679C42-77E4-CB55-FC05-DFC18CFF0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944" y="2314808"/>
            <a:ext cx="502920" cy="502920"/>
          </a:xfrm>
          <a:prstGeom prst="rect">
            <a:avLst/>
          </a:prstGeom>
        </p:spPr>
      </p:pic>
      <p:pic>
        <p:nvPicPr>
          <p:cNvPr id="87" name="Image 86">
            <a:extLst>
              <a:ext uri="{FF2B5EF4-FFF2-40B4-BE49-F238E27FC236}">
                <a16:creationId xmlns:a16="http://schemas.microsoft.com/office/drawing/2014/main" id="{2F7CE1EC-DF37-DCFA-FF08-D332E5AD1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101" y="2415583"/>
            <a:ext cx="1050473" cy="264914"/>
          </a:xfrm>
          <a:prstGeom prst="rect">
            <a:avLst/>
          </a:prstGeom>
        </p:spPr>
      </p:pic>
      <p:sp>
        <p:nvSpPr>
          <p:cNvPr id="88" name="ZoneTexte 87">
            <a:extLst>
              <a:ext uri="{FF2B5EF4-FFF2-40B4-BE49-F238E27FC236}">
                <a16:creationId xmlns:a16="http://schemas.microsoft.com/office/drawing/2014/main" id="{CE995673-0BAA-C291-783B-F34FBDAEB3BF}"/>
              </a:ext>
            </a:extLst>
          </p:cNvPr>
          <p:cNvSpPr txBox="1"/>
          <p:nvPr/>
        </p:nvSpPr>
        <p:spPr>
          <a:xfrm>
            <a:off x="1741250" y="6016587"/>
            <a:ext cx="1897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Propriétaire de la base (</a:t>
            </a:r>
            <a:r>
              <a:rPr lang="fr-FR" sz="1200" i="1" dirty="0" err="1"/>
              <a:t>dbAdmin</a:t>
            </a:r>
            <a:r>
              <a:rPr lang="fr-FR" sz="1200" i="1" dirty="0"/>
              <a:t> + </a:t>
            </a:r>
            <a:r>
              <a:rPr lang="fr-FR" sz="1200" i="1" dirty="0" err="1"/>
              <a:t>userAdmin+readWrite</a:t>
            </a:r>
            <a:r>
              <a:rPr lang="fr-FR" sz="1200" i="1" dirty="0"/>
              <a:t>)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73541424-6BD7-1048-EFB2-AC6AD96BA7C4}"/>
              </a:ext>
            </a:extLst>
          </p:cNvPr>
          <p:cNvSpPr txBox="1"/>
          <p:nvPr/>
        </p:nvSpPr>
        <p:spPr>
          <a:xfrm>
            <a:off x="4586050" y="5991398"/>
            <a:ext cx="1897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Lecture + écriture sur la base</a:t>
            </a:r>
          </a:p>
          <a:p>
            <a:r>
              <a:rPr lang="fr-FR" sz="1200" i="1" dirty="0"/>
              <a:t>Administration de la base (index, stats)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C162DA7B-23AD-1EA2-3089-D17BE2ACDFFC}"/>
              </a:ext>
            </a:extLst>
          </p:cNvPr>
          <p:cNvSpPr txBox="1"/>
          <p:nvPr/>
        </p:nvSpPr>
        <p:spPr>
          <a:xfrm>
            <a:off x="7430850" y="6210388"/>
            <a:ext cx="18974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Lecture seule de la base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9A286C17-8B40-6422-EE26-AFF01DE481C7}"/>
              </a:ext>
            </a:extLst>
          </p:cNvPr>
          <p:cNvSpPr txBox="1"/>
          <p:nvPr/>
        </p:nvSpPr>
        <p:spPr>
          <a:xfrm>
            <a:off x="9534470" y="3117405"/>
            <a:ext cx="20763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Tous les droits (</a:t>
            </a:r>
            <a:r>
              <a:rPr lang="fr-FR" sz="1200" i="1" dirty="0" err="1"/>
              <a:t>Superadmin</a:t>
            </a:r>
            <a:r>
              <a:rPr lang="fr-FR" sz="12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80240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F32C-E77B-2AC0-680B-3EAE92306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88F422-2F35-0EB1-BB77-EDC2A276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cloud AWS</a:t>
            </a:r>
          </a:p>
        </p:txBody>
      </p: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A4F30C1A-541A-F198-65A1-32AEC2DB5C72}"/>
              </a:ext>
            </a:extLst>
          </p:cNvPr>
          <p:cNvGrpSpPr/>
          <p:nvPr/>
        </p:nvGrpSpPr>
        <p:grpSpPr>
          <a:xfrm>
            <a:off x="142240" y="1889760"/>
            <a:ext cx="11877040" cy="4836160"/>
            <a:chOff x="142240" y="1889760"/>
            <a:chExt cx="11877040" cy="4836160"/>
          </a:xfrm>
        </p:grpSpPr>
        <p:sp>
          <p:nvSpPr>
            <p:cNvPr id="3" name="Rectangle : avec coins arrondis en diagonale 2">
              <a:extLst>
                <a:ext uri="{FF2B5EF4-FFF2-40B4-BE49-F238E27FC236}">
                  <a16:creationId xmlns:a16="http://schemas.microsoft.com/office/drawing/2014/main" id="{F9F74772-9C81-1397-D3EF-B8CA7A7046F8}"/>
                </a:ext>
              </a:extLst>
            </p:cNvPr>
            <p:cNvSpPr/>
            <p:nvPr/>
          </p:nvSpPr>
          <p:spPr>
            <a:xfrm>
              <a:off x="142240" y="1889760"/>
              <a:ext cx="9164320" cy="4836160"/>
            </a:xfrm>
            <a:prstGeom prst="round2DiagRect">
              <a:avLst/>
            </a:prstGeom>
            <a:solidFill>
              <a:srgbClr val="EDE9B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/>
                <a:t>Cloud AWS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6E9678F2-1409-2D57-6771-EC1D74AD9977}"/>
                </a:ext>
              </a:extLst>
            </p:cNvPr>
            <p:cNvSpPr/>
            <p:nvPr/>
          </p:nvSpPr>
          <p:spPr>
            <a:xfrm>
              <a:off x="294640" y="2231544"/>
              <a:ext cx="8585200" cy="1995016"/>
            </a:xfrm>
            <a:prstGeom prst="roundRect">
              <a:avLst/>
            </a:prstGeom>
            <a:solidFill>
              <a:srgbClr val="FCBFBC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Sécurité et surveillance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970328E6-4307-9790-2606-3C63B3C117E9}"/>
                </a:ext>
              </a:extLst>
            </p:cNvPr>
            <p:cNvSpPr/>
            <p:nvPr/>
          </p:nvSpPr>
          <p:spPr>
            <a:xfrm>
              <a:off x="4998720" y="4972204"/>
              <a:ext cx="4064000" cy="1398116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Amazon S3 (Stockage Objet)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EFDE6273-6585-8F43-B37B-B2791092FF67}"/>
                </a:ext>
              </a:extLst>
            </p:cNvPr>
            <p:cNvSpPr/>
            <p:nvPr/>
          </p:nvSpPr>
          <p:spPr>
            <a:xfrm>
              <a:off x="416560" y="4708044"/>
              <a:ext cx="4064000" cy="166227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468B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MongoDB sur AWS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1C39433A-2B36-1822-DBBB-6A493F0E3DFD}"/>
                </a:ext>
              </a:extLst>
            </p:cNvPr>
            <p:cNvSpPr/>
            <p:nvPr/>
          </p:nvSpPr>
          <p:spPr>
            <a:xfrm>
              <a:off x="581192" y="5536084"/>
              <a:ext cx="1826728" cy="690880"/>
            </a:xfrm>
            <a:prstGeom prst="roundRect">
              <a:avLst/>
            </a:prstGeom>
            <a:solidFill>
              <a:schemeClr val="accent5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Amazon </a:t>
              </a:r>
              <a:r>
                <a:rPr lang="fr-FR" dirty="0" err="1"/>
                <a:t>DocumentDB</a:t>
              </a:r>
              <a:endParaRPr lang="fr-FR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B94CA443-96CC-BB9E-3E1B-75650C341A6C}"/>
                </a:ext>
              </a:extLst>
            </p:cNvPr>
            <p:cNvSpPr/>
            <p:nvPr/>
          </p:nvSpPr>
          <p:spPr>
            <a:xfrm>
              <a:off x="2530876" y="5556404"/>
              <a:ext cx="1826728" cy="690880"/>
            </a:xfrm>
            <a:prstGeom prst="roundRect">
              <a:avLst/>
            </a:prstGeom>
            <a:solidFill>
              <a:schemeClr val="accent5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Amazon ECS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6D0517CC-0E4D-418B-8D4F-DC9699B2DB7D}"/>
                </a:ext>
              </a:extLst>
            </p:cNvPr>
            <p:cNvSpPr/>
            <p:nvPr/>
          </p:nvSpPr>
          <p:spPr>
            <a:xfrm>
              <a:off x="5103428" y="5515764"/>
              <a:ext cx="1826728" cy="690880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Données Brutes CSV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6F0EDC5B-DC6C-BB1F-E7E9-F1DCF64243F7}"/>
                </a:ext>
              </a:extLst>
            </p:cNvPr>
            <p:cNvSpPr/>
            <p:nvPr/>
          </p:nvSpPr>
          <p:spPr>
            <a:xfrm>
              <a:off x="7053112" y="5536084"/>
              <a:ext cx="1826728" cy="690880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Données Exportées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81BBBD31-6FD8-E44F-4F66-BE9CD3C307C2}"/>
                </a:ext>
              </a:extLst>
            </p:cNvPr>
            <p:cNvSpPr/>
            <p:nvPr/>
          </p:nvSpPr>
          <p:spPr>
            <a:xfrm>
              <a:off x="416560" y="282956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Cloud Watch Monitoring et Alertes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9DC67CEB-2664-96D8-0641-9EA076A7192E}"/>
                </a:ext>
              </a:extLst>
            </p:cNvPr>
            <p:cNvSpPr/>
            <p:nvPr/>
          </p:nvSpPr>
          <p:spPr>
            <a:xfrm>
              <a:off x="3130316" y="2844242"/>
              <a:ext cx="1826728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AWS Backups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61F0927D-FE66-A8B6-1EC1-94EBAB71530E}"/>
                </a:ext>
              </a:extLst>
            </p:cNvPr>
            <p:cNvSpPr/>
            <p:nvPr/>
          </p:nvSpPr>
          <p:spPr>
            <a:xfrm>
              <a:off x="5872480" y="228600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Cloud Trail </a:t>
              </a:r>
            </a:p>
            <a:p>
              <a:pPr algn="ctr"/>
              <a:r>
                <a:rPr lang="fr-FR" dirty="0"/>
                <a:t>(qui a fait quoi?)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43C953D1-5C79-7956-B552-168876AA2619}"/>
                </a:ext>
              </a:extLst>
            </p:cNvPr>
            <p:cNvSpPr/>
            <p:nvPr/>
          </p:nvSpPr>
          <p:spPr>
            <a:xfrm>
              <a:off x="5872480" y="334264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IAM</a:t>
              </a:r>
            </a:p>
          </p:txBody>
        </p: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F5E90A16-109A-E8E9-98BE-B011EC331BE6}"/>
                </a:ext>
              </a:extLst>
            </p:cNvPr>
            <p:cNvCxnSpPr>
              <a:stCxn id="14" idx="2"/>
              <a:endCxn id="15" idx="0"/>
            </p:cNvCxnSpPr>
            <p:nvPr/>
          </p:nvCxnSpPr>
          <p:spPr>
            <a:xfrm>
              <a:off x="7030720" y="2976880"/>
              <a:ext cx="0" cy="36576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E36BB68E-F04E-57B2-EE56-B0D400C0100A}"/>
                </a:ext>
              </a:extLst>
            </p:cNvPr>
            <p:cNvCxnSpPr>
              <a:cxnSpLocks/>
              <a:endCxn id="5" idx="0"/>
            </p:cNvCxnSpPr>
            <p:nvPr/>
          </p:nvCxnSpPr>
          <p:spPr>
            <a:xfrm>
              <a:off x="7030720" y="4033520"/>
              <a:ext cx="0" cy="9386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413B2962-E233-4C00-A3C7-E10ABAC2292E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 flipH="1">
              <a:off x="3444240" y="4033520"/>
              <a:ext cx="3608872" cy="15228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0EC0C96E-C032-029F-3611-B42585F52747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1513840" y="4033520"/>
              <a:ext cx="5516880" cy="148224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78642FC5-7341-D07C-2C44-EEDD5E77001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4043680" y="3535122"/>
              <a:ext cx="0" cy="200096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avec flèche 29">
              <a:extLst>
                <a:ext uri="{FF2B5EF4-FFF2-40B4-BE49-F238E27FC236}">
                  <a16:creationId xmlns:a16="http://schemas.microsoft.com/office/drawing/2014/main" id="{38E68593-6C66-E255-F46C-54AB8A0EEFA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>
              <a:off x="2143760" y="3535122"/>
              <a:ext cx="1899920" cy="200096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5344D60D-9A4C-6AA8-7720-DF0FF5A3C5F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1574800" y="3520440"/>
              <a:ext cx="1518920" cy="2020416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67D98E02-541B-6995-9A35-D903E36AC63A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>
              <a:off x="1127760" y="3520440"/>
              <a:ext cx="447040" cy="203596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 : en angle 41">
              <a:extLst>
                <a:ext uri="{FF2B5EF4-FFF2-40B4-BE49-F238E27FC236}">
                  <a16:creationId xmlns:a16="http://schemas.microsoft.com/office/drawing/2014/main" id="{AD6C10E1-5E21-7A42-2F89-B2478D12B0C2}"/>
                </a:ext>
              </a:extLst>
            </p:cNvPr>
            <p:cNvCxnSpPr>
              <a:cxnSpLocks/>
              <a:stCxn id="10" idx="2"/>
              <a:endCxn id="8" idx="2"/>
            </p:cNvCxnSpPr>
            <p:nvPr/>
          </p:nvCxnSpPr>
          <p:spPr>
            <a:xfrm rot="5400000">
              <a:off x="3745514" y="3955686"/>
              <a:ext cx="20320" cy="4522236"/>
            </a:xfrm>
            <a:prstGeom prst="bentConnector3">
              <a:avLst>
                <a:gd name="adj1" fmla="val 1375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eur : en angle 43">
              <a:extLst>
                <a:ext uri="{FF2B5EF4-FFF2-40B4-BE49-F238E27FC236}">
                  <a16:creationId xmlns:a16="http://schemas.microsoft.com/office/drawing/2014/main" id="{A9479AAC-AE9D-CD21-0547-E95870AE4828}"/>
                </a:ext>
              </a:extLst>
            </p:cNvPr>
            <p:cNvCxnSpPr>
              <a:cxnSpLocks/>
              <a:stCxn id="8" idx="1"/>
              <a:endCxn id="11" idx="2"/>
            </p:cNvCxnSpPr>
            <p:nvPr/>
          </p:nvCxnSpPr>
          <p:spPr>
            <a:xfrm rot="10800000" flipH="1" flipV="1">
              <a:off x="581192" y="5881524"/>
              <a:ext cx="7385284" cy="345440"/>
            </a:xfrm>
            <a:prstGeom prst="bentConnector4">
              <a:avLst>
                <a:gd name="adj1" fmla="val -1307"/>
                <a:gd name="adj2" fmla="val 207352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 : coins arrondis 59">
              <a:extLst>
                <a:ext uri="{FF2B5EF4-FFF2-40B4-BE49-F238E27FC236}">
                  <a16:creationId xmlns:a16="http://schemas.microsoft.com/office/drawing/2014/main" id="{696477E2-48AD-E53B-AB19-071EA1A00AF8}"/>
                </a:ext>
              </a:extLst>
            </p:cNvPr>
            <p:cNvSpPr/>
            <p:nvPr/>
          </p:nvSpPr>
          <p:spPr>
            <a:xfrm>
              <a:off x="9628672" y="2829560"/>
              <a:ext cx="2390608" cy="690880"/>
            </a:xfrm>
            <a:prstGeom prst="roundRect">
              <a:avLst/>
            </a:prstGeom>
            <a:solidFill>
              <a:srgbClr val="C043CD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Utilisateur</a:t>
              </a:r>
            </a:p>
          </p:txBody>
        </p: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4EC33026-7FB0-A59C-A67A-75C64E08F289}"/>
                </a:ext>
              </a:extLst>
            </p:cNvPr>
            <p:cNvSpPr txBox="1"/>
            <p:nvPr/>
          </p:nvSpPr>
          <p:spPr>
            <a:xfrm>
              <a:off x="10010140" y="5076805"/>
              <a:ext cx="13319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i="1" dirty="0"/>
                <a:t>Chargement .csv</a:t>
              </a:r>
            </a:p>
          </p:txBody>
        </p:sp>
        <p:cxnSp>
          <p:nvCxnSpPr>
            <p:cNvPr id="66" name="Connecteur : en arc 65">
              <a:extLst>
                <a:ext uri="{FF2B5EF4-FFF2-40B4-BE49-F238E27FC236}">
                  <a16:creationId xmlns:a16="http://schemas.microsoft.com/office/drawing/2014/main" id="{6CFA6FE2-7753-1FEB-AAB9-33C011DF219C}"/>
                </a:ext>
              </a:extLst>
            </p:cNvPr>
            <p:cNvCxnSpPr>
              <a:cxnSpLocks/>
              <a:stCxn id="60" idx="2"/>
              <a:endCxn id="5" idx="3"/>
            </p:cNvCxnSpPr>
            <p:nvPr/>
          </p:nvCxnSpPr>
          <p:spPr>
            <a:xfrm rot="5400000">
              <a:off x="8867937" y="3715223"/>
              <a:ext cx="2150822" cy="1761256"/>
            </a:xfrm>
            <a:prstGeom prst="curvedConnector2">
              <a:avLst/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 : en arc 69">
              <a:extLst>
                <a:ext uri="{FF2B5EF4-FFF2-40B4-BE49-F238E27FC236}">
                  <a16:creationId xmlns:a16="http://schemas.microsoft.com/office/drawing/2014/main" id="{D5737777-7798-9C54-5173-AAA7F17F8C4D}"/>
                </a:ext>
              </a:extLst>
            </p:cNvPr>
            <p:cNvCxnSpPr>
              <a:stCxn id="60" idx="2"/>
              <a:endCxn id="9" idx="0"/>
            </p:cNvCxnSpPr>
            <p:nvPr/>
          </p:nvCxnSpPr>
          <p:spPr>
            <a:xfrm rot="5400000">
              <a:off x="6116126" y="848554"/>
              <a:ext cx="2035964" cy="7379736"/>
            </a:xfrm>
            <a:prstGeom prst="curvedConnector3">
              <a:avLst>
                <a:gd name="adj1" fmla="val 60978"/>
              </a:avLst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eur : en arc 70">
              <a:extLst>
                <a:ext uri="{FF2B5EF4-FFF2-40B4-BE49-F238E27FC236}">
                  <a16:creationId xmlns:a16="http://schemas.microsoft.com/office/drawing/2014/main" id="{C1320C61-F9A1-F23E-B49F-B799EED51B59}"/>
                </a:ext>
              </a:extLst>
            </p:cNvPr>
            <p:cNvCxnSpPr>
              <a:cxnSpLocks/>
              <a:stCxn id="60" idx="2"/>
              <a:endCxn id="8" idx="0"/>
            </p:cNvCxnSpPr>
            <p:nvPr/>
          </p:nvCxnSpPr>
          <p:spPr>
            <a:xfrm rot="5400000">
              <a:off x="5151444" y="-136448"/>
              <a:ext cx="2015644" cy="9329420"/>
            </a:xfrm>
            <a:prstGeom prst="curvedConnector3">
              <a:avLst>
                <a:gd name="adj1" fmla="val 56050"/>
              </a:avLst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ZoneTexte 87">
              <a:extLst>
                <a:ext uri="{FF2B5EF4-FFF2-40B4-BE49-F238E27FC236}">
                  <a16:creationId xmlns:a16="http://schemas.microsoft.com/office/drawing/2014/main" id="{FF0C634F-9C8D-3F1B-FE3D-BB112D19048A}"/>
                </a:ext>
              </a:extLst>
            </p:cNvPr>
            <p:cNvSpPr txBox="1"/>
            <p:nvPr/>
          </p:nvSpPr>
          <p:spPr>
            <a:xfrm>
              <a:off x="9348136" y="4386331"/>
              <a:ext cx="1349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Déploiement conteneur</a:t>
              </a:r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3830FEDE-762E-6B80-8041-F51A56577F2A}"/>
                </a:ext>
              </a:extLst>
            </p:cNvPr>
            <p:cNvSpPr txBox="1"/>
            <p:nvPr/>
          </p:nvSpPr>
          <p:spPr>
            <a:xfrm>
              <a:off x="9283182" y="3645209"/>
              <a:ext cx="1349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Migration MongoDB</a:t>
              </a:r>
            </a:p>
          </p:txBody>
        </p:sp>
        <p:sp>
          <p:nvSpPr>
            <p:cNvPr id="90" name="ZoneTexte 89">
              <a:extLst>
                <a:ext uri="{FF2B5EF4-FFF2-40B4-BE49-F238E27FC236}">
                  <a16:creationId xmlns:a16="http://schemas.microsoft.com/office/drawing/2014/main" id="{6088F74E-C3B3-9D60-E5B6-CDF01ADE8D8F}"/>
                </a:ext>
              </a:extLst>
            </p:cNvPr>
            <p:cNvSpPr txBox="1"/>
            <p:nvPr/>
          </p:nvSpPr>
          <p:spPr>
            <a:xfrm>
              <a:off x="3093720" y="3646185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Backup</a:t>
              </a:r>
            </a:p>
          </p:txBody>
        </p: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BA686CD1-7C86-7A83-9E5C-F37A7C5D5FD4}"/>
                </a:ext>
              </a:extLst>
            </p:cNvPr>
            <p:cNvSpPr txBox="1"/>
            <p:nvPr/>
          </p:nvSpPr>
          <p:spPr>
            <a:xfrm>
              <a:off x="829026" y="3724925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monitor</a:t>
              </a:r>
            </a:p>
          </p:txBody>
        </p: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8E5F71C4-E371-3A45-5E53-9CA7D2E6D84A}"/>
                </a:ext>
              </a:extLst>
            </p:cNvPr>
            <p:cNvSpPr txBox="1"/>
            <p:nvPr/>
          </p:nvSpPr>
          <p:spPr>
            <a:xfrm>
              <a:off x="6174506" y="2994663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audit</a:t>
              </a:r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B39CAAE-F868-DE1A-EFD5-63E2187DA472}"/>
                </a:ext>
              </a:extLst>
            </p:cNvPr>
            <p:cNvSpPr txBox="1"/>
            <p:nvPr/>
          </p:nvSpPr>
          <p:spPr>
            <a:xfrm>
              <a:off x="4464235" y="6238718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import</a:t>
              </a:r>
            </a:p>
          </p:txBody>
        </p:sp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4DCEA276-835E-2FD6-B57C-22CB2C282708}"/>
                </a:ext>
              </a:extLst>
            </p:cNvPr>
            <p:cNvSpPr txBox="1"/>
            <p:nvPr/>
          </p:nvSpPr>
          <p:spPr>
            <a:xfrm>
              <a:off x="6617168" y="6345911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export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238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1141-72C7-C595-355A-B5D06C0D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D41E2-0A13-D8B2-779E-59CC3CB69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JUSTIFICATION DES CHOIX TECHNOLOGIQUES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3EF7135-E1BD-45AA-D216-B63DD8BAC40C}"/>
              </a:ext>
            </a:extLst>
          </p:cNvPr>
          <p:cNvGrpSpPr/>
          <p:nvPr/>
        </p:nvGrpSpPr>
        <p:grpSpPr>
          <a:xfrm>
            <a:off x="85164" y="1073464"/>
            <a:ext cx="12021671" cy="5791932"/>
            <a:chOff x="85164" y="1073464"/>
            <a:chExt cx="12021671" cy="5791932"/>
          </a:xfrm>
        </p:grpSpPr>
        <p:sp>
          <p:nvSpPr>
            <p:cNvPr id="33" name="Rectangle : avec coins arrondis en diagonale 32">
              <a:extLst>
                <a:ext uri="{FF2B5EF4-FFF2-40B4-BE49-F238E27FC236}">
                  <a16:creationId xmlns:a16="http://schemas.microsoft.com/office/drawing/2014/main" id="{40E0B7DD-C7BC-297C-5259-C87E433845AA}"/>
                </a:ext>
              </a:extLst>
            </p:cNvPr>
            <p:cNvSpPr/>
            <p:nvPr/>
          </p:nvSpPr>
          <p:spPr>
            <a:xfrm>
              <a:off x="85164" y="1898272"/>
              <a:ext cx="12021671" cy="4967124"/>
            </a:xfrm>
            <a:prstGeom prst="round2Diag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1DD3BED1-771F-8B74-92F1-ECBF414BECD8}"/>
                </a:ext>
              </a:extLst>
            </p:cNvPr>
            <p:cNvSpPr/>
            <p:nvPr/>
          </p:nvSpPr>
          <p:spPr>
            <a:xfrm>
              <a:off x="423962" y="2383043"/>
              <a:ext cx="3003176" cy="1712259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/>
                <a:t>Problématique client</a:t>
              </a:r>
            </a:p>
            <a:p>
              <a:r>
                <a:rPr lang="fr-FR" sz="1400" dirty="0"/>
                <a:t>Données santé en .csv</a:t>
              </a:r>
            </a:p>
            <a:p>
              <a:r>
                <a:rPr lang="fr-FR" sz="1400" dirty="0"/>
                <a:t>Pas système de gestion structuré</a:t>
              </a:r>
            </a:p>
            <a:p>
              <a:r>
                <a:rPr lang="fr-FR" sz="1400" dirty="0"/>
                <a:t>Besoin d’évolutivité et de performance</a:t>
              </a:r>
            </a:p>
            <a:p>
              <a:r>
                <a:rPr lang="fr-FR" sz="1400" dirty="0"/>
                <a:t>Besoin de sécurité</a:t>
              </a:r>
            </a:p>
            <a:p>
              <a:r>
                <a:rPr lang="fr-FR" sz="1400" dirty="0"/>
                <a:t>Besoin accessibilité à distance</a:t>
              </a:r>
            </a:p>
            <a:p>
              <a:endParaRPr lang="fr-FR" sz="1400" dirty="0"/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B6780214-0872-7DE6-EF4B-B205D4D87595}"/>
                </a:ext>
              </a:extLst>
            </p:cNvPr>
            <p:cNvSpPr/>
            <p:nvPr/>
          </p:nvSpPr>
          <p:spPr>
            <a:xfrm>
              <a:off x="4619442" y="2483109"/>
              <a:ext cx="3442447" cy="151212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3E88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accent5">
                      <a:lumMod val="50000"/>
                    </a:schemeClr>
                  </a:solidFill>
                </a:rPr>
                <a:t>Pourquoi </a:t>
              </a:r>
              <a:r>
                <a:rPr lang="fr-FR" sz="1400" b="1" u="sng" dirty="0" err="1">
                  <a:solidFill>
                    <a:schemeClr val="accent5">
                      <a:lumMod val="50000"/>
                    </a:schemeClr>
                  </a:solidFill>
                </a:rPr>
                <a:t>MongoDG</a:t>
              </a:r>
              <a:r>
                <a:rPr lang="fr-FR" sz="1400" b="1" u="sng" dirty="0">
                  <a:solidFill>
                    <a:schemeClr val="accent5">
                      <a:lumMod val="50000"/>
                    </a:schemeClr>
                  </a:solidFill>
                </a:rPr>
                <a:t>?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Format document (BSON), flexible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Pas de schéma rigide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Index sur champs clés (requêtes rapides)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CRUD simple avec </a:t>
              </a:r>
              <a:r>
                <a:rPr lang="fr-FR" sz="1400" dirty="0" err="1">
                  <a:solidFill>
                    <a:schemeClr val="accent5">
                      <a:lumMod val="50000"/>
                    </a:schemeClr>
                  </a:solidFill>
                </a:rPr>
                <a:t>pymongo</a:t>
              </a:r>
              <a:endParaRPr lang="fr-FR" sz="14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Export CSV ou JSON facile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Compatible Docker et cloud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E6BD486C-535E-443D-A60E-6015644BEF58}"/>
                </a:ext>
              </a:extLst>
            </p:cNvPr>
            <p:cNvSpPr/>
            <p:nvPr/>
          </p:nvSpPr>
          <p:spPr>
            <a:xfrm>
              <a:off x="204324" y="4654485"/>
              <a:ext cx="3832412" cy="1264022"/>
            </a:xfrm>
            <a:prstGeom prst="roundRect">
              <a:avLst/>
            </a:prstGeom>
            <a:solidFill>
              <a:srgbClr val="F2EFC6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FF9900"/>
                  </a:solidFill>
                </a:rPr>
                <a:t>Limite de MongoDB en local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Dépend d’une seule machine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Capacité de stockage limitée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Pas de sauvegarde automatique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Accès à distance limité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Maintenance machine à la charge du client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9DBA1311-0394-A713-3361-88CAEE0C6555}"/>
                </a:ext>
              </a:extLst>
            </p:cNvPr>
            <p:cNvSpPr/>
            <p:nvPr/>
          </p:nvSpPr>
          <p:spPr>
            <a:xfrm>
              <a:off x="4565653" y="4535589"/>
              <a:ext cx="3567953" cy="1512126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002060"/>
                  </a:solidFill>
                </a:rPr>
                <a:t>Pourquoi AWS?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Rentabilité, haute disponibilité,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Mise à l’échelle quasi illimitée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Sécurité intégrée (IAM, chiffrement, audit)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Déploiement rapide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Monitoring et sauvegardes automatiques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4624EFB4-EB46-8684-E5A2-6AAFD79C4870}"/>
                </a:ext>
              </a:extLst>
            </p:cNvPr>
            <p:cNvSpPr/>
            <p:nvPr/>
          </p:nvSpPr>
          <p:spPr>
            <a:xfrm>
              <a:off x="8663633" y="3908957"/>
              <a:ext cx="3182471" cy="1054248"/>
            </a:xfrm>
            <a:prstGeom prst="roundRect">
              <a:avLst/>
            </a:prstGeom>
            <a:solidFill>
              <a:srgbClr val="F6A2F8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7030A0"/>
                  </a:solidFill>
                </a:rPr>
                <a:t>Amazon </a:t>
              </a:r>
              <a:r>
                <a:rPr lang="fr-FR" sz="1400" b="1" u="sng" dirty="0" err="1">
                  <a:solidFill>
                    <a:srgbClr val="7030A0"/>
                  </a:solidFill>
                </a:rPr>
                <a:t>DocumentDB</a:t>
              </a:r>
              <a:endParaRPr lang="fr-FR" sz="1400" b="1" u="sng" dirty="0">
                <a:solidFill>
                  <a:srgbClr val="7030A0"/>
                </a:solidFill>
              </a:endParaRPr>
            </a:p>
            <a:p>
              <a:r>
                <a:rPr lang="fr-FR" sz="1400" dirty="0">
                  <a:solidFill>
                    <a:srgbClr val="7030A0"/>
                  </a:solidFill>
                </a:rPr>
                <a:t>Service compatible MongoDB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Haute disponibilité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Backup automatique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Idéal si priorité simplicité de gestion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3C7551A-341C-74AA-3CA4-F83BAB8AB37D}"/>
                </a:ext>
              </a:extLst>
            </p:cNvPr>
            <p:cNvSpPr/>
            <p:nvPr/>
          </p:nvSpPr>
          <p:spPr>
            <a:xfrm>
              <a:off x="8824998" y="5435426"/>
              <a:ext cx="3092824" cy="1224578"/>
            </a:xfrm>
            <a:prstGeom prst="roundRect">
              <a:avLst/>
            </a:prstGeom>
            <a:solidFill>
              <a:srgbClr val="EE96A3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C00000"/>
                  </a:solidFill>
                </a:rPr>
                <a:t>MongoDB sur Amazon ECS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Conteneurisation via Docker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Contrôle configuration MongoDB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Stockage via Amazon EFS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Sauvegarde via AWS Backup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Idéal si priorité: flexibilité et contrôle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C151645A-4D18-2951-2C75-C0443FA8F79C}"/>
                </a:ext>
              </a:extLst>
            </p:cNvPr>
            <p:cNvSpPr/>
            <p:nvPr/>
          </p:nvSpPr>
          <p:spPr>
            <a:xfrm>
              <a:off x="8925125" y="1073464"/>
              <a:ext cx="2949387" cy="196327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accent3">
                      <a:lumMod val="50000"/>
                    </a:schemeClr>
                  </a:solidFill>
                </a:rPr>
                <a:t>Conclusion</a:t>
              </a:r>
            </a:p>
            <a:p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MongoDB répond à la flexibilité et performance requises</a:t>
              </a:r>
            </a:p>
            <a:p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AWS répond aux besoins de disponibilité, sécurité, scalabilité</a:t>
              </a:r>
            </a:p>
            <a:p>
              <a:r>
                <a:rPr lang="fr-FR" sz="1400" dirty="0" err="1">
                  <a:solidFill>
                    <a:schemeClr val="accent3">
                      <a:lumMod val="50000"/>
                    </a:schemeClr>
                  </a:solidFill>
                </a:rPr>
                <a:t>DocumentDB</a:t>
              </a: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 pour la simplicité</a:t>
              </a:r>
            </a:p>
            <a:p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ECS pour la continuité avec Docker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9C5625B5-C8A9-DDCE-635A-EFE41B001EDA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 flipV="1">
              <a:off x="3427138" y="3239172"/>
              <a:ext cx="119230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95E6E655-6667-B667-7CBB-9E4069A47114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1925550" y="4095302"/>
              <a:ext cx="0" cy="5591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34CCD948-D566-EF6A-69F5-8D10445611C0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>
              <a:off x="6340666" y="3995235"/>
              <a:ext cx="8964" cy="5403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A3763682-1B2C-C301-91A1-6710B5684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5626" y="5286496"/>
              <a:ext cx="530027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0DD339C3-30FE-F995-4B25-D3BB6EA7A885}"/>
                </a:ext>
              </a:extLst>
            </p:cNvPr>
            <p:cNvSpPr txBox="1"/>
            <p:nvPr/>
          </p:nvSpPr>
          <p:spPr>
            <a:xfrm>
              <a:off x="3538084" y="2538942"/>
              <a:ext cx="995083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Besoin de flexibilité et performance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40AB48F5-1AE5-2A20-1D68-DD71AC432E3C}"/>
                </a:ext>
              </a:extLst>
            </p:cNvPr>
            <p:cNvSpPr txBox="1"/>
            <p:nvPr/>
          </p:nvSpPr>
          <p:spPr>
            <a:xfrm>
              <a:off x="2000065" y="4159449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MongoDB local insuffisant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C3391650-B933-DF05-D24C-9E8BB351ED00}"/>
                </a:ext>
              </a:extLst>
            </p:cNvPr>
            <p:cNvSpPr txBox="1"/>
            <p:nvPr/>
          </p:nvSpPr>
          <p:spPr>
            <a:xfrm>
              <a:off x="4913593" y="4095302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Déploiement cloud</a:t>
              </a:r>
            </a:p>
            <a:p>
              <a:r>
                <a:rPr lang="fr-FR" sz="1100" dirty="0"/>
                <a:t>nécessaire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13E052C4-36BC-7A01-E969-3A649DA82A11}"/>
                </a:ext>
              </a:extLst>
            </p:cNvPr>
            <p:cNvSpPr txBox="1"/>
            <p:nvPr/>
          </p:nvSpPr>
          <p:spPr>
            <a:xfrm rot="16200000">
              <a:off x="3650414" y="4309834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Déploiement cloud</a:t>
              </a:r>
            </a:p>
            <a:p>
              <a:r>
                <a:rPr lang="fr-FR" sz="1100" dirty="0"/>
                <a:t>nécessaire</a:t>
              </a:r>
            </a:p>
          </p:txBody>
        </p: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768E22FA-774F-30D4-E8AA-F322B4A3B305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 flipV="1">
              <a:off x="8133606" y="4436081"/>
              <a:ext cx="530027" cy="8555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C3B11FFC-0E88-1956-A137-CD297E21A705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8133606" y="5291652"/>
              <a:ext cx="691392" cy="7560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8D28AA45-31CC-386D-477F-CE88956DE92D}"/>
                </a:ext>
              </a:extLst>
            </p:cNvPr>
            <p:cNvSpPr txBox="1"/>
            <p:nvPr/>
          </p:nvSpPr>
          <p:spPr>
            <a:xfrm>
              <a:off x="7903875" y="4251029"/>
              <a:ext cx="135255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Option 1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BAD63230-A67D-B3A4-D203-4F93E553D9FF}"/>
                </a:ext>
              </a:extLst>
            </p:cNvPr>
            <p:cNvSpPr txBox="1"/>
            <p:nvPr/>
          </p:nvSpPr>
          <p:spPr>
            <a:xfrm>
              <a:off x="8061889" y="6023054"/>
              <a:ext cx="135255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Option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2308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Zoom sur un logo&#10;&#10;Description générée automatiquement">
            <a:extLst>
              <a:ext uri="{FF2B5EF4-FFF2-40B4-BE49-F238E27FC236}">
                <a16:creationId xmlns:a16="http://schemas.microsoft.com/office/drawing/2014/main" id="{04583C04-0D49-893D-0970-03D464B2622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8083" y="551281"/>
            <a:ext cx="5501641" cy="26769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Bilan et perspectives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011680"/>
            <a:ext cx="5501641" cy="4412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u="sng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Bilan: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Migration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automatisée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reproductible via Docker Compose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nettoyées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typées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cohérentes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avant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insertion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Index MongoDB pour des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requêtes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performantes</a:t>
            </a:r>
            <a:endParaRPr lang="en-US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Suite de tests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automatisés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(CSV,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intégration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, CRUD, export)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Export CSV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MongoDB pour restitution des données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u="sng" dirty="0">
                <a:solidFill>
                  <a:schemeClr val="tx1"/>
                </a:solidFill>
              </a:rPr>
              <a:t>Perspectives : </a:t>
            </a:r>
          </a:p>
          <a:p>
            <a:r>
              <a:rPr lang="fr-FR" dirty="0">
                <a:solidFill>
                  <a:schemeClr val="tx1"/>
                </a:solidFill>
              </a:rPr>
              <a:t>Déploiement cloud AWS</a:t>
            </a:r>
          </a:p>
          <a:p>
            <a:r>
              <a:rPr lang="fr-FR" dirty="0">
                <a:solidFill>
                  <a:schemeClr val="tx1"/>
                </a:solidFill>
              </a:rPr>
              <a:t>Authentification MongoDB </a:t>
            </a:r>
          </a:p>
          <a:p>
            <a:r>
              <a:rPr lang="fr-FR" dirty="0">
                <a:solidFill>
                  <a:schemeClr val="tx1"/>
                </a:solidFill>
              </a:rPr>
              <a:t>Tableau de bord de monitoring</a:t>
            </a:r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06/06/2026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1108</Words>
  <Application>Microsoft Office PowerPoint</Application>
  <PresentationFormat>Grand écran</PresentationFormat>
  <Paragraphs>304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Calibri</vt:lpstr>
      <vt:lpstr>Consolas</vt:lpstr>
      <vt:lpstr>Franklin Gothic Book</vt:lpstr>
      <vt:lpstr>Franklin Gothic Demi</vt:lpstr>
      <vt:lpstr>Wingdings 2</vt:lpstr>
      <vt:lpstr>DividendVTI</vt:lpstr>
      <vt:lpstr>Migrez des données médicales à l'aide du NoSQL</vt:lpstr>
      <vt:lpstr>Sommaire</vt:lpstr>
      <vt:lpstr>Contexte de la mission</vt:lpstr>
      <vt:lpstr>Architecture du projet</vt:lpstr>
      <vt:lpstr>Architecture de la DATABASE NoSQL</vt:lpstr>
      <vt:lpstr>Nettoyage &amp; Migration des données vers MongoDB</vt:lpstr>
      <vt:lpstr>Tests automatisés</vt:lpstr>
      <vt:lpstr>Pipeline de Migration</vt:lpstr>
      <vt:lpstr>Conteneurisation avec Docker</vt:lpstr>
      <vt:lpstr>Authentifications &amp; Rôles</vt:lpstr>
      <vt:lpstr>Authentifications &amp; Rôles</vt:lpstr>
      <vt:lpstr>Déploiement cloud AWS</vt:lpstr>
      <vt:lpstr>JUSTIFICATION DES CHOIX TECHNOLOGIQUES</vt:lpstr>
      <vt:lpstr>Bilan et perspectives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171</cp:revision>
  <dcterms:created xsi:type="dcterms:W3CDTF">2026-04-28T09:18:39Z</dcterms:created>
  <dcterms:modified xsi:type="dcterms:W3CDTF">2026-06-05T23:17:00Z</dcterms:modified>
</cp:coreProperties>
</file>