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3"/>
  </p:notesMasterIdLst>
  <p:handoutMasterIdLst>
    <p:handoutMasterId r:id="rId24"/>
  </p:handoutMasterIdLst>
  <p:sldIdLst>
    <p:sldId id="257" r:id="rId2"/>
    <p:sldId id="261" r:id="rId3"/>
    <p:sldId id="262" r:id="rId4"/>
    <p:sldId id="259" r:id="rId5"/>
    <p:sldId id="284" r:id="rId6"/>
    <p:sldId id="260" r:id="rId7"/>
    <p:sldId id="285" r:id="rId8"/>
    <p:sldId id="263" r:id="rId9"/>
    <p:sldId id="264" r:id="rId10"/>
    <p:sldId id="289" r:id="rId11"/>
    <p:sldId id="266" r:id="rId12"/>
    <p:sldId id="286" r:id="rId13"/>
    <p:sldId id="287" r:id="rId14"/>
    <p:sldId id="288" r:id="rId15"/>
    <p:sldId id="290" r:id="rId16"/>
    <p:sldId id="291" r:id="rId17"/>
    <p:sldId id="292" r:id="rId18"/>
    <p:sldId id="293" r:id="rId19"/>
    <p:sldId id="294" r:id="rId20"/>
    <p:sldId id="295" r:id="rId21"/>
    <p:sldId id="282" r:id="rId22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ébastien Ulésie" initials="SU" lastIdx="1" clrIdx="0">
    <p:extLst>
      <p:ext uri="{19B8F6BF-5375-455C-9EA6-DF929625EA0E}">
        <p15:presenceInfo xmlns:p15="http://schemas.microsoft.com/office/powerpoint/2012/main" userId="341bc60b6eabda3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0612ED-5876-4919-BCC8-600F5B229E71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ACF00B4C-E6D7-4CF7-AFA6-22ECB4A54A6A}">
      <dgm:prSet phldrT="[Texte]" phldr="0"/>
      <dgm:spPr/>
      <dgm:t>
        <a:bodyPr/>
        <a:lstStyle/>
        <a:p>
          <a:r>
            <a:rPr lang="fr-FR" dirty="0"/>
            <a:t>1- Contexte de la mission</a:t>
          </a:r>
        </a:p>
      </dgm:t>
    </dgm:pt>
    <dgm:pt modelId="{FDD0A571-75BF-47A0-B20D-C0A8085AC3A7}" type="parTrans" cxnId="{9B4DC1D0-0933-42AD-B402-BAE36805541F}">
      <dgm:prSet/>
      <dgm:spPr/>
      <dgm:t>
        <a:bodyPr/>
        <a:lstStyle/>
        <a:p>
          <a:endParaRPr lang="fr-FR"/>
        </a:p>
      </dgm:t>
    </dgm:pt>
    <dgm:pt modelId="{F49AE16D-0DC3-4DA7-9732-CC9EE6A681A0}" type="sibTrans" cxnId="{9B4DC1D0-0933-42AD-B402-BAE36805541F}">
      <dgm:prSet/>
      <dgm:spPr/>
      <dgm:t>
        <a:bodyPr/>
        <a:lstStyle/>
        <a:p>
          <a:endParaRPr lang="fr-FR"/>
        </a:p>
      </dgm:t>
    </dgm:pt>
    <dgm:pt modelId="{09562225-7FCE-4E93-8C05-403975C5475D}">
      <dgm:prSet phldrT="[Texte]" phldr="0"/>
      <dgm:spPr/>
      <dgm:t>
        <a:bodyPr/>
        <a:lstStyle/>
        <a:p>
          <a:r>
            <a:rPr lang="fr-FR" dirty="0"/>
            <a:t>4- Opérations CRUD sur MongoDB</a:t>
          </a:r>
        </a:p>
      </dgm:t>
    </dgm:pt>
    <dgm:pt modelId="{0781F10D-ED0A-48FE-B536-0CE0EEFECEC3}" type="parTrans" cxnId="{F64BF8E3-3C7F-43B9-85CA-B98717DDCE52}">
      <dgm:prSet/>
      <dgm:spPr/>
      <dgm:t>
        <a:bodyPr/>
        <a:lstStyle/>
        <a:p>
          <a:endParaRPr lang="fr-FR"/>
        </a:p>
      </dgm:t>
    </dgm:pt>
    <dgm:pt modelId="{A16D4EFB-D346-4379-AC60-BC2431B43AE4}" type="sibTrans" cxnId="{F64BF8E3-3C7F-43B9-85CA-B98717DDCE52}">
      <dgm:prSet/>
      <dgm:spPr/>
      <dgm:t>
        <a:bodyPr/>
        <a:lstStyle/>
        <a:p>
          <a:endParaRPr lang="fr-FR"/>
        </a:p>
      </dgm:t>
    </dgm:pt>
    <dgm:pt modelId="{91C5EE06-7918-4F4E-ABC8-78B22D3546A2}">
      <dgm:prSet phldrT="[Texte]" phldr="0"/>
      <dgm:spPr/>
      <dgm:t>
        <a:bodyPr/>
        <a:lstStyle/>
        <a:p>
          <a:r>
            <a:rPr lang="fr-FR" dirty="0"/>
            <a:t>3- Nettoyage &amp; Migration des données vers MongoDB</a:t>
          </a:r>
        </a:p>
      </dgm:t>
    </dgm:pt>
    <dgm:pt modelId="{F8E08B12-C3B4-44EB-8CAC-1ED61F0F2D2E}" type="parTrans" cxnId="{BA2CB65B-D598-4090-8A83-B9D804C83F04}">
      <dgm:prSet/>
      <dgm:spPr/>
      <dgm:t>
        <a:bodyPr/>
        <a:lstStyle/>
        <a:p>
          <a:endParaRPr lang="fr-FR"/>
        </a:p>
      </dgm:t>
    </dgm:pt>
    <dgm:pt modelId="{E6385450-D9A5-4D9C-B992-73589E40A9D7}" type="sibTrans" cxnId="{BA2CB65B-D598-4090-8A83-B9D804C83F04}">
      <dgm:prSet/>
      <dgm:spPr/>
      <dgm:t>
        <a:bodyPr/>
        <a:lstStyle/>
        <a:p>
          <a:endParaRPr lang="fr-FR"/>
        </a:p>
      </dgm:t>
    </dgm:pt>
    <dgm:pt modelId="{137669DF-45F8-40AE-925B-B1ADA604DE22}">
      <dgm:prSet phldrT="[Texte]" phldr="0"/>
      <dgm:spPr/>
      <dgm:t>
        <a:bodyPr/>
        <a:lstStyle/>
        <a:p>
          <a:r>
            <a:rPr lang="fr-FR" b="0" dirty="0"/>
            <a:t>2- Architecture du projet</a:t>
          </a:r>
        </a:p>
      </dgm:t>
    </dgm:pt>
    <dgm:pt modelId="{6B54155B-5F84-497A-BFEF-EA323E20BA10}" type="parTrans" cxnId="{8D0E12F4-8B86-4A1B-98D0-2FAA70F1362B}">
      <dgm:prSet/>
      <dgm:spPr/>
      <dgm:t>
        <a:bodyPr/>
        <a:lstStyle/>
        <a:p>
          <a:endParaRPr lang="fr-FR"/>
        </a:p>
      </dgm:t>
    </dgm:pt>
    <dgm:pt modelId="{2F249443-FEF1-43B6-A7E1-9A73B0A25AE0}" type="sibTrans" cxnId="{8D0E12F4-8B86-4A1B-98D0-2FAA70F1362B}">
      <dgm:prSet/>
      <dgm:spPr/>
      <dgm:t>
        <a:bodyPr/>
        <a:lstStyle/>
        <a:p>
          <a:endParaRPr lang="fr-FR"/>
        </a:p>
      </dgm:t>
    </dgm:pt>
    <dgm:pt modelId="{10F4FD06-E452-44ED-A921-58727BCB960A}">
      <dgm:prSet phldrT="[Texte]" phldr="0"/>
      <dgm:spPr/>
      <dgm:t>
        <a:bodyPr/>
        <a:lstStyle/>
        <a:p>
          <a:r>
            <a:rPr lang="fr-FR" dirty="0"/>
            <a:t>5- Conteneurisation avec Docker</a:t>
          </a:r>
        </a:p>
      </dgm:t>
    </dgm:pt>
    <dgm:pt modelId="{B7E01A7A-0B52-49F1-9D84-3CDC11E7F5E7}" type="parTrans" cxnId="{8B050C56-35A9-489A-B54E-3E969E6E5C65}">
      <dgm:prSet/>
      <dgm:spPr/>
      <dgm:t>
        <a:bodyPr/>
        <a:lstStyle/>
        <a:p>
          <a:endParaRPr lang="fr-FR"/>
        </a:p>
      </dgm:t>
    </dgm:pt>
    <dgm:pt modelId="{BF084CD2-773F-4397-B5DA-1C0C0BAF6D87}" type="sibTrans" cxnId="{8B050C56-35A9-489A-B54E-3E969E6E5C65}">
      <dgm:prSet/>
      <dgm:spPr/>
      <dgm:t>
        <a:bodyPr/>
        <a:lstStyle/>
        <a:p>
          <a:endParaRPr lang="fr-FR"/>
        </a:p>
      </dgm:t>
    </dgm:pt>
    <dgm:pt modelId="{C5B30B90-4036-464E-A28E-383F3D5B746F}">
      <dgm:prSet phldrT="[Texte]" phldr="0"/>
      <dgm:spPr/>
      <dgm:t>
        <a:bodyPr/>
        <a:lstStyle/>
        <a:p>
          <a:r>
            <a:rPr lang="fr-FR" dirty="0"/>
            <a:t>6- Tests automatisés</a:t>
          </a:r>
        </a:p>
      </dgm:t>
    </dgm:pt>
    <dgm:pt modelId="{1F871E0C-41C6-460A-8D72-F79549FEE94E}" type="parTrans" cxnId="{60AB59C1-93C6-4A83-820B-AF25EED12C2A}">
      <dgm:prSet/>
      <dgm:spPr/>
      <dgm:t>
        <a:bodyPr/>
        <a:lstStyle/>
        <a:p>
          <a:endParaRPr lang="fr-FR"/>
        </a:p>
      </dgm:t>
    </dgm:pt>
    <dgm:pt modelId="{B8E65884-E0EE-41D7-9E11-32E3A03763CD}" type="sibTrans" cxnId="{60AB59C1-93C6-4A83-820B-AF25EED12C2A}">
      <dgm:prSet/>
      <dgm:spPr/>
      <dgm:t>
        <a:bodyPr/>
        <a:lstStyle/>
        <a:p>
          <a:endParaRPr lang="fr-FR"/>
        </a:p>
      </dgm:t>
    </dgm:pt>
    <dgm:pt modelId="{971C904A-1497-4B7A-9837-6BF1A089A8E8}">
      <dgm:prSet phldrT="[Texte]" phldr="0"/>
      <dgm:spPr/>
      <dgm:t>
        <a:bodyPr/>
        <a:lstStyle/>
        <a:p>
          <a:r>
            <a:rPr lang="fr-FR" dirty="0"/>
            <a:t>7- Déploiement Cloud AWS</a:t>
          </a:r>
        </a:p>
      </dgm:t>
    </dgm:pt>
    <dgm:pt modelId="{CB5D4EE0-4DD8-424D-A4CA-CD054BBE9A9A}" type="parTrans" cxnId="{9FBE3EED-D235-4505-8D4C-93A4CBAA8F1E}">
      <dgm:prSet/>
      <dgm:spPr/>
      <dgm:t>
        <a:bodyPr/>
        <a:lstStyle/>
        <a:p>
          <a:endParaRPr lang="fr-FR"/>
        </a:p>
      </dgm:t>
    </dgm:pt>
    <dgm:pt modelId="{55EB5CD8-F1B8-4280-96C6-3579619F2743}" type="sibTrans" cxnId="{9FBE3EED-D235-4505-8D4C-93A4CBAA8F1E}">
      <dgm:prSet/>
      <dgm:spPr/>
      <dgm:t>
        <a:bodyPr/>
        <a:lstStyle/>
        <a:p>
          <a:endParaRPr lang="fr-FR"/>
        </a:p>
      </dgm:t>
    </dgm:pt>
    <dgm:pt modelId="{452B6AC9-649C-4F20-BC96-221EB6DAB816}">
      <dgm:prSet phldrT="[Texte]" phldr="0"/>
      <dgm:spPr/>
      <dgm:t>
        <a:bodyPr/>
        <a:lstStyle/>
        <a:p>
          <a:r>
            <a:rPr lang="fr-FR" dirty="0"/>
            <a:t>8- Justification des choix technologiques</a:t>
          </a:r>
        </a:p>
      </dgm:t>
    </dgm:pt>
    <dgm:pt modelId="{244BC7BA-B5CB-4A4A-A016-52F56195CDD6}" type="parTrans" cxnId="{AD125219-ED6B-44C5-B2D1-CC2975CEB583}">
      <dgm:prSet/>
      <dgm:spPr/>
      <dgm:t>
        <a:bodyPr/>
        <a:lstStyle/>
        <a:p>
          <a:endParaRPr lang="fr-FR"/>
        </a:p>
      </dgm:t>
    </dgm:pt>
    <dgm:pt modelId="{1B2C63D3-BCEE-4063-97BB-440B70E610C5}" type="sibTrans" cxnId="{AD125219-ED6B-44C5-B2D1-CC2975CEB583}">
      <dgm:prSet/>
      <dgm:spPr/>
      <dgm:t>
        <a:bodyPr/>
        <a:lstStyle/>
        <a:p>
          <a:endParaRPr lang="fr-FR"/>
        </a:p>
      </dgm:t>
    </dgm:pt>
    <dgm:pt modelId="{BB89F849-78B2-43DF-933A-2353D297DD5D}" type="pres">
      <dgm:prSet presAssocID="{2A0612ED-5876-4919-BCC8-600F5B229E71}" presName="linear" presStyleCnt="0">
        <dgm:presLayoutVars>
          <dgm:animLvl val="lvl"/>
          <dgm:resizeHandles val="exact"/>
        </dgm:presLayoutVars>
      </dgm:prSet>
      <dgm:spPr/>
    </dgm:pt>
    <dgm:pt modelId="{BB92269C-473B-4581-93AF-AD006B94C36C}" type="pres">
      <dgm:prSet presAssocID="{ACF00B4C-E6D7-4CF7-AFA6-22ECB4A54A6A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4B66C130-72C2-4DC4-9911-87CBCB4195E5}" type="pres">
      <dgm:prSet presAssocID="{F49AE16D-0DC3-4DA7-9732-CC9EE6A681A0}" presName="spacer" presStyleCnt="0"/>
      <dgm:spPr/>
    </dgm:pt>
    <dgm:pt modelId="{90650EEF-1F9D-463E-A867-D4AB9F2E38B6}" type="pres">
      <dgm:prSet presAssocID="{137669DF-45F8-40AE-925B-B1ADA604DE22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B6F1EB67-BED4-4BFF-8AB0-2EA5A3B31FFE}" type="pres">
      <dgm:prSet presAssocID="{2F249443-FEF1-43B6-A7E1-9A73B0A25AE0}" presName="spacer" presStyleCnt="0"/>
      <dgm:spPr/>
    </dgm:pt>
    <dgm:pt modelId="{C0F2F60F-49A7-486C-BA84-7742A146D8C7}" type="pres">
      <dgm:prSet presAssocID="{91C5EE06-7918-4F4E-ABC8-78B22D3546A2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0D1D8BE0-65D2-40B4-9127-53B188EBFA7A}" type="pres">
      <dgm:prSet presAssocID="{E6385450-D9A5-4D9C-B992-73589E40A9D7}" presName="spacer" presStyleCnt="0"/>
      <dgm:spPr/>
    </dgm:pt>
    <dgm:pt modelId="{188E501D-B60D-4714-8E70-1CD5D6D0CD0B}" type="pres">
      <dgm:prSet presAssocID="{09562225-7FCE-4E93-8C05-403975C5475D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01202958-3686-43FE-B599-602B95F887BF}" type="pres">
      <dgm:prSet presAssocID="{A16D4EFB-D346-4379-AC60-BC2431B43AE4}" presName="spacer" presStyleCnt="0"/>
      <dgm:spPr/>
    </dgm:pt>
    <dgm:pt modelId="{DF10A574-F3D9-4FC2-A6EE-E7E8311CF638}" type="pres">
      <dgm:prSet presAssocID="{10F4FD06-E452-44ED-A921-58727BCB960A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F15F21A4-6B6A-46CD-A116-A9F8B39033B5}" type="pres">
      <dgm:prSet presAssocID="{BF084CD2-773F-4397-B5DA-1C0C0BAF6D87}" presName="spacer" presStyleCnt="0"/>
      <dgm:spPr/>
    </dgm:pt>
    <dgm:pt modelId="{9F5EF941-1609-4E21-A343-705F89535533}" type="pres">
      <dgm:prSet presAssocID="{C5B30B90-4036-464E-A28E-383F3D5B746F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4314F175-4D44-4C42-9CA6-E436348A0F9A}" type="pres">
      <dgm:prSet presAssocID="{B8E65884-E0EE-41D7-9E11-32E3A03763CD}" presName="spacer" presStyleCnt="0"/>
      <dgm:spPr/>
    </dgm:pt>
    <dgm:pt modelId="{90591D31-65EE-4DA0-8561-30BC79B7A697}" type="pres">
      <dgm:prSet presAssocID="{971C904A-1497-4B7A-9837-6BF1A089A8E8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2F63B416-1887-400D-8B1C-0363B6A84E58}" type="pres">
      <dgm:prSet presAssocID="{55EB5CD8-F1B8-4280-96C6-3579619F2743}" presName="spacer" presStyleCnt="0"/>
      <dgm:spPr/>
    </dgm:pt>
    <dgm:pt modelId="{D4DC913A-6ED4-48D2-90EB-B0B079635BD9}" type="pres">
      <dgm:prSet presAssocID="{452B6AC9-649C-4F20-BC96-221EB6DAB816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AD125219-ED6B-44C5-B2D1-CC2975CEB583}" srcId="{2A0612ED-5876-4919-BCC8-600F5B229E71}" destId="{452B6AC9-649C-4F20-BC96-221EB6DAB816}" srcOrd="7" destOrd="0" parTransId="{244BC7BA-B5CB-4A4A-A016-52F56195CDD6}" sibTransId="{1B2C63D3-BCEE-4063-97BB-440B70E610C5}"/>
    <dgm:cxn modelId="{B4286E1D-2D04-4165-ADCC-3FEF90D177B1}" type="presOf" srcId="{452B6AC9-649C-4F20-BC96-221EB6DAB816}" destId="{D4DC913A-6ED4-48D2-90EB-B0B079635BD9}" srcOrd="0" destOrd="0" presId="urn:microsoft.com/office/officeart/2005/8/layout/vList2"/>
    <dgm:cxn modelId="{72D84625-8B4D-4B3B-B34F-C7465EF419B4}" type="presOf" srcId="{09562225-7FCE-4E93-8C05-403975C5475D}" destId="{188E501D-B60D-4714-8E70-1CD5D6D0CD0B}" srcOrd="0" destOrd="0" presId="urn:microsoft.com/office/officeart/2005/8/layout/vList2"/>
    <dgm:cxn modelId="{CF650333-ECB8-4CAD-90C5-194AFE26462D}" type="presOf" srcId="{C5B30B90-4036-464E-A28E-383F3D5B746F}" destId="{9F5EF941-1609-4E21-A343-705F89535533}" srcOrd="0" destOrd="0" presId="urn:microsoft.com/office/officeart/2005/8/layout/vList2"/>
    <dgm:cxn modelId="{BA2CB65B-D598-4090-8A83-B9D804C83F04}" srcId="{2A0612ED-5876-4919-BCC8-600F5B229E71}" destId="{91C5EE06-7918-4F4E-ABC8-78B22D3546A2}" srcOrd="2" destOrd="0" parTransId="{F8E08B12-C3B4-44EB-8CAC-1ED61F0F2D2E}" sibTransId="{E6385450-D9A5-4D9C-B992-73589E40A9D7}"/>
    <dgm:cxn modelId="{8B050C56-35A9-489A-B54E-3E969E6E5C65}" srcId="{2A0612ED-5876-4919-BCC8-600F5B229E71}" destId="{10F4FD06-E452-44ED-A921-58727BCB960A}" srcOrd="4" destOrd="0" parTransId="{B7E01A7A-0B52-49F1-9D84-3CDC11E7F5E7}" sibTransId="{BF084CD2-773F-4397-B5DA-1C0C0BAF6D87}"/>
    <dgm:cxn modelId="{BB8CFB59-ECE7-4CBC-9556-8A3CF9727DDA}" type="presOf" srcId="{ACF00B4C-E6D7-4CF7-AFA6-22ECB4A54A6A}" destId="{BB92269C-473B-4581-93AF-AD006B94C36C}" srcOrd="0" destOrd="0" presId="urn:microsoft.com/office/officeart/2005/8/layout/vList2"/>
    <dgm:cxn modelId="{9D92CEA4-472E-4B56-8712-594017CD6C24}" type="presOf" srcId="{10F4FD06-E452-44ED-A921-58727BCB960A}" destId="{DF10A574-F3D9-4FC2-A6EE-E7E8311CF638}" srcOrd="0" destOrd="0" presId="urn:microsoft.com/office/officeart/2005/8/layout/vList2"/>
    <dgm:cxn modelId="{1FA19BB3-7E11-45B8-93CE-4B2E16B76669}" type="presOf" srcId="{2A0612ED-5876-4919-BCC8-600F5B229E71}" destId="{BB89F849-78B2-43DF-933A-2353D297DD5D}" srcOrd="0" destOrd="0" presId="urn:microsoft.com/office/officeart/2005/8/layout/vList2"/>
    <dgm:cxn modelId="{60AB59C1-93C6-4A83-820B-AF25EED12C2A}" srcId="{2A0612ED-5876-4919-BCC8-600F5B229E71}" destId="{C5B30B90-4036-464E-A28E-383F3D5B746F}" srcOrd="5" destOrd="0" parTransId="{1F871E0C-41C6-460A-8D72-F79549FEE94E}" sibTransId="{B8E65884-E0EE-41D7-9E11-32E3A03763CD}"/>
    <dgm:cxn modelId="{1AF982C7-C8EE-4870-AABC-FB5147AC9A32}" type="presOf" srcId="{137669DF-45F8-40AE-925B-B1ADA604DE22}" destId="{90650EEF-1F9D-463E-A867-D4AB9F2E38B6}" srcOrd="0" destOrd="0" presId="urn:microsoft.com/office/officeart/2005/8/layout/vList2"/>
    <dgm:cxn modelId="{9B4DC1D0-0933-42AD-B402-BAE36805541F}" srcId="{2A0612ED-5876-4919-BCC8-600F5B229E71}" destId="{ACF00B4C-E6D7-4CF7-AFA6-22ECB4A54A6A}" srcOrd="0" destOrd="0" parTransId="{FDD0A571-75BF-47A0-B20D-C0A8085AC3A7}" sibTransId="{F49AE16D-0DC3-4DA7-9732-CC9EE6A681A0}"/>
    <dgm:cxn modelId="{F64BF8E3-3C7F-43B9-85CA-B98717DDCE52}" srcId="{2A0612ED-5876-4919-BCC8-600F5B229E71}" destId="{09562225-7FCE-4E93-8C05-403975C5475D}" srcOrd="3" destOrd="0" parTransId="{0781F10D-ED0A-48FE-B536-0CE0EEFECEC3}" sibTransId="{A16D4EFB-D346-4379-AC60-BC2431B43AE4}"/>
    <dgm:cxn modelId="{9FBE3EED-D235-4505-8D4C-93A4CBAA8F1E}" srcId="{2A0612ED-5876-4919-BCC8-600F5B229E71}" destId="{971C904A-1497-4B7A-9837-6BF1A089A8E8}" srcOrd="6" destOrd="0" parTransId="{CB5D4EE0-4DD8-424D-A4CA-CD054BBE9A9A}" sibTransId="{55EB5CD8-F1B8-4280-96C6-3579619F2743}"/>
    <dgm:cxn modelId="{41ABCFEF-2C3F-49BF-AE33-DA8F3663E251}" type="presOf" srcId="{971C904A-1497-4B7A-9837-6BF1A089A8E8}" destId="{90591D31-65EE-4DA0-8561-30BC79B7A697}" srcOrd="0" destOrd="0" presId="urn:microsoft.com/office/officeart/2005/8/layout/vList2"/>
    <dgm:cxn modelId="{8D0E12F4-8B86-4A1B-98D0-2FAA70F1362B}" srcId="{2A0612ED-5876-4919-BCC8-600F5B229E71}" destId="{137669DF-45F8-40AE-925B-B1ADA604DE22}" srcOrd="1" destOrd="0" parTransId="{6B54155B-5F84-497A-BFEF-EA323E20BA10}" sibTransId="{2F249443-FEF1-43B6-A7E1-9A73B0A25AE0}"/>
    <dgm:cxn modelId="{4E34AAF5-1699-46BD-92E5-02366CEB6C2B}" type="presOf" srcId="{91C5EE06-7918-4F4E-ABC8-78B22D3546A2}" destId="{C0F2F60F-49A7-486C-BA84-7742A146D8C7}" srcOrd="0" destOrd="0" presId="urn:microsoft.com/office/officeart/2005/8/layout/vList2"/>
    <dgm:cxn modelId="{32BC9673-159F-477D-812B-1E5F3FE83DAD}" type="presParOf" srcId="{BB89F849-78B2-43DF-933A-2353D297DD5D}" destId="{BB92269C-473B-4581-93AF-AD006B94C36C}" srcOrd="0" destOrd="0" presId="urn:microsoft.com/office/officeart/2005/8/layout/vList2"/>
    <dgm:cxn modelId="{A28352EE-237E-4724-8018-9BD872C31A3B}" type="presParOf" srcId="{BB89F849-78B2-43DF-933A-2353D297DD5D}" destId="{4B66C130-72C2-4DC4-9911-87CBCB4195E5}" srcOrd="1" destOrd="0" presId="urn:microsoft.com/office/officeart/2005/8/layout/vList2"/>
    <dgm:cxn modelId="{5CB68A64-ED28-4F71-8174-2BD319D43FD1}" type="presParOf" srcId="{BB89F849-78B2-43DF-933A-2353D297DD5D}" destId="{90650EEF-1F9D-463E-A867-D4AB9F2E38B6}" srcOrd="2" destOrd="0" presId="urn:microsoft.com/office/officeart/2005/8/layout/vList2"/>
    <dgm:cxn modelId="{663B79CA-AF34-42CE-ABD1-1397810ACF3B}" type="presParOf" srcId="{BB89F849-78B2-43DF-933A-2353D297DD5D}" destId="{B6F1EB67-BED4-4BFF-8AB0-2EA5A3B31FFE}" srcOrd="3" destOrd="0" presId="urn:microsoft.com/office/officeart/2005/8/layout/vList2"/>
    <dgm:cxn modelId="{42CC9DDE-BC30-4FD8-8FDD-4AFDD000929E}" type="presParOf" srcId="{BB89F849-78B2-43DF-933A-2353D297DD5D}" destId="{C0F2F60F-49A7-486C-BA84-7742A146D8C7}" srcOrd="4" destOrd="0" presId="urn:microsoft.com/office/officeart/2005/8/layout/vList2"/>
    <dgm:cxn modelId="{9BFAF73C-FF3F-4500-8FD0-55592E017415}" type="presParOf" srcId="{BB89F849-78B2-43DF-933A-2353D297DD5D}" destId="{0D1D8BE0-65D2-40B4-9127-53B188EBFA7A}" srcOrd="5" destOrd="0" presId="urn:microsoft.com/office/officeart/2005/8/layout/vList2"/>
    <dgm:cxn modelId="{722F17F9-025F-4A00-8C4F-4AD0DED9C8D9}" type="presParOf" srcId="{BB89F849-78B2-43DF-933A-2353D297DD5D}" destId="{188E501D-B60D-4714-8E70-1CD5D6D0CD0B}" srcOrd="6" destOrd="0" presId="urn:microsoft.com/office/officeart/2005/8/layout/vList2"/>
    <dgm:cxn modelId="{7E3B1C48-B0EC-471B-84F4-F66A169FC015}" type="presParOf" srcId="{BB89F849-78B2-43DF-933A-2353D297DD5D}" destId="{01202958-3686-43FE-B599-602B95F887BF}" srcOrd="7" destOrd="0" presId="urn:microsoft.com/office/officeart/2005/8/layout/vList2"/>
    <dgm:cxn modelId="{A86046FE-DA09-46BB-9435-870181EB0DD1}" type="presParOf" srcId="{BB89F849-78B2-43DF-933A-2353D297DD5D}" destId="{DF10A574-F3D9-4FC2-A6EE-E7E8311CF638}" srcOrd="8" destOrd="0" presId="urn:microsoft.com/office/officeart/2005/8/layout/vList2"/>
    <dgm:cxn modelId="{F47D4C76-5BF7-4F2A-B8B6-B7FFF8D39703}" type="presParOf" srcId="{BB89F849-78B2-43DF-933A-2353D297DD5D}" destId="{F15F21A4-6B6A-46CD-A116-A9F8B39033B5}" srcOrd="9" destOrd="0" presId="urn:microsoft.com/office/officeart/2005/8/layout/vList2"/>
    <dgm:cxn modelId="{4144A78D-BD0B-4E3C-8DC6-310FF6CA2D80}" type="presParOf" srcId="{BB89F849-78B2-43DF-933A-2353D297DD5D}" destId="{9F5EF941-1609-4E21-A343-705F89535533}" srcOrd="10" destOrd="0" presId="urn:microsoft.com/office/officeart/2005/8/layout/vList2"/>
    <dgm:cxn modelId="{37A54790-8C4C-4815-83F9-6AA82C644739}" type="presParOf" srcId="{BB89F849-78B2-43DF-933A-2353D297DD5D}" destId="{4314F175-4D44-4C42-9CA6-E436348A0F9A}" srcOrd="11" destOrd="0" presId="urn:microsoft.com/office/officeart/2005/8/layout/vList2"/>
    <dgm:cxn modelId="{23526CF9-2DB8-43CD-A238-F72784C5C6D7}" type="presParOf" srcId="{BB89F849-78B2-43DF-933A-2353D297DD5D}" destId="{90591D31-65EE-4DA0-8561-30BC79B7A697}" srcOrd="12" destOrd="0" presId="urn:microsoft.com/office/officeart/2005/8/layout/vList2"/>
    <dgm:cxn modelId="{F4BF652C-7C02-470A-8FA5-A7EB40A72D0F}" type="presParOf" srcId="{BB89F849-78B2-43DF-933A-2353D297DD5D}" destId="{2F63B416-1887-400D-8B1C-0363B6A84E58}" srcOrd="13" destOrd="0" presId="urn:microsoft.com/office/officeart/2005/8/layout/vList2"/>
    <dgm:cxn modelId="{7D97882B-9F4A-4773-AAE3-1095704A8A69}" type="presParOf" srcId="{BB89F849-78B2-43DF-933A-2353D297DD5D}" destId="{D4DC913A-6ED4-48D2-90EB-B0B079635BD9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05CF17-EFD1-4CB7-B633-3BFB5E6F1D40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637B7BD1-6FE4-4F79-B085-330B55BDE317}">
      <dgm:prSet phldrT="[Texte]"/>
      <dgm:spPr/>
      <dgm:t>
        <a:bodyPr/>
        <a:lstStyle/>
        <a:p>
          <a:r>
            <a:rPr lang="fr-FR" b="1" dirty="0"/>
            <a:t>CONTEXTE ENTREPRISE</a:t>
          </a:r>
        </a:p>
      </dgm:t>
    </dgm:pt>
    <dgm:pt modelId="{58F8FECE-2B90-4CC8-994A-71D18C28288E}" type="parTrans" cxnId="{DE039029-7054-4681-8A74-F981C9FC437A}">
      <dgm:prSet/>
      <dgm:spPr/>
      <dgm:t>
        <a:bodyPr/>
        <a:lstStyle/>
        <a:p>
          <a:endParaRPr lang="fr-FR"/>
        </a:p>
      </dgm:t>
    </dgm:pt>
    <dgm:pt modelId="{BAAAB516-174F-4396-83ED-099C68A09F32}" type="sibTrans" cxnId="{DE039029-7054-4681-8A74-F981C9FC437A}">
      <dgm:prSet/>
      <dgm:spPr/>
      <dgm:t>
        <a:bodyPr/>
        <a:lstStyle/>
        <a:p>
          <a:endParaRPr lang="fr-FR"/>
        </a:p>
      </dgm:t>
    </dgm:pt>
    <dgm:pt modelId="{AC29BA73-9A8E-4DD8-9338-B4E11418CE49}">
      <dgm:prSet phldrT="[Texte]" phldr="0"/>
      <dgm:spPr/>
      <dgm:t>
        <a:bodyPr/>
        <a:lstStyle/>
        <a:p>
          <a:r>
            <a:rPr lang="fr-FR" b="1" dirty="0"/>
            <a:t>BESOIN ENTREPRISE</a:t>
          </a:r>
        </a:p>
      </dgm:t>
    </dgm:pt>
    <dgm:pt modelId="{0A28FCE7-3469-46D1-A8A0-DD116B553255}" type="parTrans" cxnId="{49E9F931-B205-4748-BCDB-FF1BB41F94FE}">
      <dgm:prSet/>
      <dgm:spPr/>
      <dgm:t>
        <a:bodyPr/>
        <a:lstStyle/>
        <a:p>
          <a:endParaRPr lang="fr-FR"/>
        </a:p>
      </dgm:t>
    </dgm:pt>
    <dgm:pt modelId="{536F5F02-EADD-4809-AD98-9B2EB9A00C9A}" type="sibTrans" cxnId="{49E9F931-B205-4748-BCDB-FF1BB41F94FE}">
      <dgm:prSet/>
      <dgm:spPr/>
      <dgm:t>
        <a:bodyPr/>
        <a:lstStyle/>
        <a:p>
          <a:endParaRPr lang="fr-FR"/>
        </a:p>
      </dgm:t>
    </dgm:pt>
    <dgm:pt modelId="{DDD1A813-A5E6-4960-B20A-DEC5A896AAA8}">
      <dgm:prSet phldrT="[Texte]"/>
      <dgm:spPr/>
      <dgm:t>
        <a:bodyPr/>
        <a:lstStyle/>
        <a:p>
          <a:r>
            <a:rPr lang="fr-FR" dirty="0"/>
            <a:t>L'entreprise </a:t>
          </a:r>
          <a:r>
            <a:rPr lang="fr-FR" dirty="0" err="1"/>
            <a:t>Datasolutech</a:t>
          </a:r>
          <a:r>
            <a:rPr lang="fr-FR" dirty="0"/>
            <a:t> collecte des données de santé et souhaite les stocker dans une base MongoDB pour en faciliter l'accès et l'exploitation</a:t>
          </a:r>
        </a:p>
      </dgm:t>
    </dgm:pt>
    <dgm:pt modelId="{78552606-3A5A-44B2-A4F5-0D90125EC683}" type="parTrans" cxnId="{BE3AAC36-17EF-4FEF-B583-A73D20B3390A}">
      <dgm:prSet/>
      <dgm:spPr/>
      <dgm:t>
        <a:bodyPr/>
        <a:lstStyle/>
        <a:p>
          <a:endParaRPr lang="fr-FR"/>
        </a:p>
      </dgm:t>
    </dgm:pt>
    <dgm:pt modelId="{76993FA3-4444-4186-8121-5D37EFD900AC}" type="sibTrans" cxnId="{BE3AAC36-17EF-4FEF-B583-A73D20B3390A}">
      <dgm:prSet/>
      <dgm:spPr/>
      <dgm:t>
        <a:bodyPr/>
        <a:lstStyle/>
        <a:p>
          <a:endParaRPr lang="fr-FR"/>
        </a:p>
      </dgm:t>
    </dgm:pt>
    <dgm:pt modelId="{CFF3B573-BAC6-426A-BDAA-76B161A76E5A}">
      <dgm:prSet phldrT="[Texte]" phldr="0"/>
      <dgm:spPr/>
      <dgm:t>
        <a:bodyPr/>
        <a:lstStyle/>
        <a:p>
          <a:r>
            <a:rPr lang="fr-FR" dirty="0"/>
            <a:t>Automatiser la migration des données CSV → MongoDB avec nettoyage, validation, création d'index et export — le tout dans un environnement Docker reproductible.</a:t>
          </a:r>
        </a:p>
      </dgm:t>
    </dgm:pt>
    <dgm:pt modelId="{F9B79AD1-50FF-414D-81B9-1B2CD8ABBD6E}" type="parTrans" cxnId="{E2D4328E-E76D-400A-B9C5-C1B03247293D}">
      <dgm:prSet/>
      <dgm:spPr/>
      <dgm:t>
        <a:bodyPr/>
        <a:lstStyle/>
        <a:p>
          <a:endParaRPr lang="fr-FR"/>
        </a:p>
      </dgm:t>
    </dgm:pt>
    <dgm:pt modelId="{7CCFC6D4-D5BB-46DE-B5DF-430E1A748403}" type="sibTrans" cxnId="{E2D4328E-E76D-400A-B9C5-C1B03247293D}">
      <dgm:prSet/>
      <dgm:spPr/>
      <dgm:t>
        <a:bodyPr/>
        <a:lstStyle/>
        <a:p>
          <a:endParaRPr lang="fr-FR"/>
        </a:p>
      </dgm:t>
    </dgm:pt>
    <dgm:pt modelId="{DD2C7C84-1920-46E7-A662-E253A8410FE1}">
      <dgm:prSet/>
      <dgm:spPr/>
      <dgm:t>
        <a:bodyPr/>
        <a:lstStyle/>
        <a:p>
          <a:endParaRPr lang="fr-FR" dirty="0"/>
        </a:p>
      </dgm:t>
    </dgm:pt>
    <dgm:pt modelId="{E76E77EA-37E5-4938-A8BD-800F6ECCB755}" type="parTrans" cxnId="{17E018F7-71E9-42E0-B36F-F16DE27CC1E1}">
      <dgm:prSet/>
      <dgm:spPr/>
      <dgm:t>
        <a:bodyPr/>
        <a:lstStyle/>
        <a:p>
          <a:endParaRPr lang="fr-FR"/>
        </a:p>
      </dgm:t>
    </dgm:pt>
    <dgm:pt modelId="{929A96AD-B4DC-428A-9F24-9060B8E05B0F}" type="sibTrans" cxnId="{17E018F7-71E9-42E0-B36F-F16DE27CC1E1}">
      <dgm:prSet/>
      <dgm:spPr/>
      <dgm:t>
        <a:bodyPr/>
        <a:lstStyle/>
        <a:p>
          <a:endParaRPr lang="fr-FR"/>
        </a:p>
      </dgm:t>
    </dgm:pt>
    <dgm:pt modelId="{258931B8-7767-47B4-8EAB-C6087573789E}" type="pres">
      <dgm:prSet presAssocID="{8D05CF17-EFD1-4CB7-B633-3BFB5E6F1D40}" presName="diagram" presStyleCnt="0">
        <dgm:presLayoutVars>
          <dgm:dir/>
          <dgm:resizeHandles val="exact"/>
        </dgm:presLayoutVars>
      </dgm:prSet>
      <dgm:spPr/>
    </dgm:pt>
    <dgm:pt modelId="{4772AF20-4131-4725-B735-F35F7BD4816A}" type="pres">
      <dgm:prSet presAssocID="{637B7BD1-6FE4-4F79-B085-330B55BDE317}" presName="node" presStyleLbl="node1" presStyleIdx="0" presStyleCnt="2" custLinFactNeighborX="-27619" custLinFactNeighborY="39268">
        <dgm:presLayoutVars>
          <dgm:bulletEnabled val="1"/>
        </dgm:presLayoutVars>
      </dgm:prSet>
      <dgm:spPr/>
    </dgm:pt>
    <dgm:pt modelId="{6E0F898E-1303-4957-AEC4-219A16A514DA}" type="pres">
      <dgm:prSet presAssocID="{BAAAB516-174F-4396-83ED-099C68A09F32}" presName="sibTrans" presStyleCnt="0"/>
      <dgm:spPr/>
    </dgm:pt>
    <dgm:pt modelId="{544A73A5-4B25-4E1E-B70C-51A1926EB896}" type="pres">
      <dgm:prSet presAssocID="{AC29BA73-9A8E-4DD8-9338-B4E11418CE49}" presName="node" presStyleLbl="node1" presStyleIdx="1" presStyleCnt="2" custLinFactNeighborX="36766" custLinFactNeighborY="0">
        <dgm:presLayoutVars>
          <dgm:bulletEnabled val="1"/>
        </dgm:presLayoutVars>
      </dgm:prSet>
      <dgm:spPr/>
    </dgm:pt>
  </dgm:ptLst>
  <dgm:cxnLst>
    <dgm:cxn modelId="{DE039029-7054-4681-8A74-F981C9FC437A}" srcId="{8D05CF17-EFD1-4CB7-B633-3BFB5E6F1D40}" destId="{637B7BD1-6FE4-4F79-B085-330B55BDE317}" srcOrd="0" destOrd="0" parTransId="{58F8FECE-2B90-4CC8-994A-71D18C28288E}" sibTransId="{BAAAB516-174F-4396-83ED-099C68A09F32}"/>
    <dgm:cxn modelId="{49E9F931-B205-4748-BCDB-FF1BB41F94FE}" srcId="{8D05CF17-EFD1-4CB7-B633-3BFB5E6F1D40}" destId="{AC29BA73-9A8E-4DD8-9338-B4E11418CE49}" srcOrd="1" destOrd="0" parTransId="{0A28FCE7-3469-46D1-A8A0-DD116B553255}" sibTransId="{536F5F02-EADD-4809-AD98-9B2EB9A00C9A}"/>
    <dgm:cxn modelId="{BE3AAC36-17EF-4FEF-B583-A73D20B3390A}" srcId="{637B7BD1-6FE4-4F79-B085-330B55BDE317}" destId="{DDD1A813-A5E6-4960-B20A-DEC5A896AAA8}" srcOrd="0" destOrd="0" parTransId="{78552606-3A5A-44B2-A4F5-0D90125EC683}" sibTransId="{76993FA3-4444-4186-8121-5D37EFD900AC}"/>
    <dgm:cxn modelId="{C05DD352-EE95-4682-B452-FF24901A235A}" type="presOf" srcId="{DD2C7C84-1920-46E7-A662-E253A8410FE1}" destId="{544A73A5-4B25-4E1E-B70C-51A1926EB896}" srcOrd="0" destOrd="2" presId="urn:microsoft.com/office/officeart/2005/8/layout/default"/>
    <dgm:cxn modelId="{88F78480-340F-4A35-A2DA-B7A640D88F88}" type="presOf" srcId="{DDD1A813-A5E6-4960-B20A-DEC5A896AAA8}" destId="{4772AF20-4131-4725-B735-F35F7BD4816A}" srcOrd="0" destOrd="1" presId="urn:microsoft.com/office/officeart/2005/8/layout/default"/>
    <dgm:cxn modelId="{E2D4328E-E76D-400A-B9C5-C1B03247293D}" srcId="{AC29BA73-9A8E-4DD8-9338-B4E11418CE49}" destId="{CFF3B573-BAC6-426A-BDAA-76B161A76E5A}" srcOrd="0" destOrd="0" parTransId="{F9B79AD1-50FF-414D-81B9-1B2CD8ABBD6E}" sibTransId="{7CCFC6D4-D5BB-46DE-B5DF-430E1A748403}"/>
    <dgm:cxn modelId="{D74123B1-9D0C-4F3B-9692-DDEA5ABA08ED}" type="presOf" srcId="{CFF3B573-BAC6-426A-BDAA-76B161A76E5A}" destId="{544A73A5-4B25-4E1E-B70C-51A1926EB896}" srcOrd="0" destOrd="1" presId="urn:microsoft.com/office/officeart/2005/8/layout/default"/>
    <dgm:cxn modelId="{CD03B3D2-CC88-4B27-BC82-24B9BFF7E9C0}" type="presOf" srcId="{637B7BD1-6FE4-4F79-B085-330B55BDE317}" destId="{4772AF20-4131-4725-B735-F35F7BD4816A}" srcOrd="0" destOrd="0" presId="urn:microsoft.com/office/officeart/2005/8/layout/default"/>
    <dgm:cxn modelId="{6A85DDE4-83E4-4056-9273-F98BD944BEB1}" type="presOf" srcId="{8D05CF17-EFD1-4CB7-B633-3BFB5E6F1D40}" destId="{258931B8-7767-47B4-8EAB-C6087573789E}" srcOrd="0" destOrd="0" presId="urn:microsoft.com/office/officeart/2005/8/layout/default"/>
    <dgm:cxn modelId="{C568F1EE-6F85-489E-9921-202741436070}" type="presOf" srcId="{AC29BA73-9A8E-4DD8-9338-B4E11418CE49}" destId="{544A73A5-4B25-4E1E-B70C-51A1926EB896}" srcOrd="0" destOrd="0" presId="urn:microsoft.com/office/officeart/2005/8/layout/default"/>
    <dgm:cxn modelId="{17E018F7-71E9-42E0-B36F-F16DE27CC1E1}" srcId="{AC29BA73-9A8E-4DD8-9338-B4E11418CE49}" destId="{DD2C7C84-1920-46E7-A662-E253A8410FE1}" srcOrd="1" destOrd="0" parTransId="{E76E77EA-37E5-4938-A8BD-800F6ECCB755}" sibTransId="{929A96AD-B4DC-428A-9F24-9060B8E05B0F}"/>
    <dgm:cxn modelId="{5A461F6E-7F5A-44F1-9B4D-97936325F374}" type="presParOf" srcId="{258931B8-7767-47B4-8EAB-C6087573789E}" destId="{4772AF20-4131-4725-B735-F35F7BD4816A}" srcOrd="0" destOrd="0" presId="urn:microsoft.com/office/officeart/2005/8/layout/default"/>
    <dgm:cxn modelId="{DCAD429D-5F1C-4C74-96E1-060C9C76819B}" type="presParOf" srcId="{258931B8-7767-47B4-8EAB-C6087573789E}" destId="{6E0F898E-1303-4957-AEC4-219A16A514DA}" srcOrd="1" destOrd="0" presId="urn:microsoft.com/office/officeart/2005/8/layout/default"/>
    <dgm:cxn modelId="{340A6070-C7AF-4337-8741-6E13C9F9AB1E}" type="presParOf" srcId="{258931B8-7767-47B4-8EAB-C6087573789E}" destId="{544A73A5-4B25-4E1E-B70C-51A1926EB896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444278-05BA-47A7-A290-8E300C8BEA59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AE6E5C39-D46E-4FAA-92B0-C3374C346507}">
      <dgm:prSet phldrT="[Texte]"/>
      <dgm:spPr/>
      <dgm:t>
        <a:bodyPr/>
        <a:lstStyle/>
        <a:p>
          <a:r>
            <a:rPr lang="fr-FR" dirty="0"/>
            <a:t>Nettoyage des données</a:t>
          </a:r>
        </a:p>
      </dgm:t>
    </dgm:pt>
    <dgm:pt modelId="{41F29D18-6751-478E-86F1-AA893C6D3121}" type="parTrans" cxnId="{651BF72B-B443-43FB-9333-9CBA3F96761C}">
      <dgm:prSet/>
      <dgm:spPr/>
      <dgm:t>
        <a:bodyPr/>
        <a:lstStyle/>
        <a:p>
          <a:endParaRPr lang="fr-FR"/>
        </a:p>
      </dgm:t>
    </dgm:pt>
    <dgm:pt modelId="{27AFAC89-14CF-4920-98C4-6F60B0C4EFAB}" type="sibTrans" cxnId="{651BF72B-B443-43FB-9333-9CBA3F96761C}">
      <dgm:prSet/>
      <dgm:spPr/>
      <dgm:t>
        <a:bodyPr/>
        <a:lstStyle/>
        <a:p>
          <a:endParaRPr lang="fr-FR"/>
        </a:p>
      </dgm:t>
    </dgm:pt>
    <dgm:pt modelId="{C10505B2-5135-4F18-A59A-92D4A072AA8B}">
      <dgm:prSet phldrT="[Texte]"/>
      <dgm:spPr/>
      <dgm:t>
        <a:bodyPr/>
        <a:lstStyle/>
        <a:p>
          <a:r>
            <a:rPr lang="fr-FR" dirty="0"/>
            <a:t>Migration CSV → MongoDB</a:t>
          </a:r>
        </a:p>
      </dgm:t>
    </dgm:pt>
    <dgm:pt modelId="{0D958E7D-67D5-43D5-95AC-72C30DDBB1C1}" type="parTrans" cxnId="{C53E4DDB-E687-4FA8-89F7-24796F4CEEF0}">
      <dgm:prSet/>
      <dgm:spPr/>
      <dgm:t>
        <a:bodyPr/>
        <a:lstStyle/>
        <a:p>
          <a:endParaRPr lang="fr-FR"/>
        </a:p>
      </dgm:t>
    </dgm:pt>
    <dgm:pt modelId="{1626529F-B0E7-4121-8716-C1EC07398F83}" type="sibTrans" cxnId="{C53E4DDB-E687-4FA8-89F7-24796F4CEEF0}">
      <dgm:prSet/>
      <dgm:spPr/>
      <dgm:t>
        <a:bodyPr/>
        <a:lstStyle/>
        <a:p>
          <a:endParaRPr lang="fr-FR"/>
        </a:p>
      </dgm:t>
    </dgm:pt>
    <dgm:pt modelId="{DE86FB23-A366-4217-8A65-14F23F205EED}">
      <dgm:prSet phldrT="[Texte]"/>
      <dgm:spPr/>
      <dgm:t>
        <a:bodyPr/>
        <a:lstStyle/>
        <a:p>
          <a:r>
            <a:rPr lang="fr-FR" dirty="0"/>
            <a:t>Opérations CRUD</a:t>
          </a:r>
        </a:p>
      </dgm:t>
    </dgm:pt>
    <dgm:pt modelId="{902D4E8C-EF70-48DD-A75E-649E312E3934}" type="parTrans" cxnId="{5106CDCF-B148-493E-B5D4-BA1B84880B34}">
      <dgm:prSet/>
      <dgm:spPr/>
      <dgm:t>
        <a:bodyPr/>
        <a:lstStyle/>
        <a:p>
          <a:endParaRPr lang="fr-FR"/>
        </a:p>
      </dgm:t>
    </dgm:pt>
    <dgm:pt modelId="{17DFC48E-C0D0-4488-9067-67C0A089D80F}" type="sibTrans" cxnId="{5106CDCF-B148-493E-B5D4-BA1B84880B34}">
      <dgm:prSet/>
      <dgm:spPr/>
      <dgm:t>
        <a:bodyPr/>
        <a:lstStyle/>
        <a:p>
          <a:endParaRPr lang="fr-FR"/>
        </a:p>
      </dgm:t>
    </dgm:pt>
    <dgm:pt modelId="{E88CFA83-F447-42BD-9C36-3E86C5B94F67}">
      <dgm:prSet phldrT="[Texte]"/>
      <dgm:spPr/>
      <dgm:t>
        <a:bodyPr/>
        <a:lstStyle/>
        <a:p>
          <a:r>
            <a:rPr lang="fr-FR" dirty="0"/>
            <a:t>Conteneurisation Docker</a:t>
          </a:r>
        </a:p>
      </dgm:t>
    </dgm:pt>
    <dgm:pt modelId="{B5C33C8C-444A-4FA2-B541-02459CD3C0B1}" type="parTrans" cxnId="{AB0B78ED-0D2A-4F91-8C72-960D8104F259}">
      <dgm:prSet/>
      <dgm:spPr/>
      <dgm:t>
        <a:bodyPr/>
        <a:lstStyle/>
        <a:p>
          <a:endParaRPr lang="fr-FR"/>
        </a:p>
      </dgm:t>
    </dgm:pt>
    <dgm:pt modelId="{D28D5968-5589-4E79-A559-8BA7AEC05834}" type="sibTrans" cxnId="{AB0B78ED-0D2A-4F91-8C72-960D8104F259}">
      <dgm:prSet/>
      <dgm:spPr/>
      <dgm:t>
        <a:bodyPr/>
        <a:lstStyle/>
        <a:p>
          <a:endParaRPr lang="fr-FR"/>
        </a:p>
      </dgm:t>
    </dgm:pt>
    <dgm:pt modelId="{54F99F8B-1B52-4966-A44F-B344B19BE682}">
      <dgm:prSet phldrT="[Texte]"/>
      <dgm:spPr/>
      <dgm:t>
        <a:bodyPr/>
        <a:lstStyle/>
        <a:p>
          <a:r>
            <a:rPr lang="fr-FR" dirty="0"/>
            <a:t>Tests automatisés</a:t>
          </a:r>
        </a:p>
      </dgm:t>
    </dgm:pt>
    <dgm:pt modelId="{828F667C-C304-4CE1-95AF-E9C8446A9BDA}" type="parTrans" cxnId="{21EDCC17-6323-4B6D-850B-592B95DCD8D9}">
      <dgm:prSet/>
      <dgm:spPr/>
      <dgm:t>
        <a:bodyPr/>
        <a:lstStyle/>
        <a:p>
          <a:endParaRPr lang="fr-FR"/>
        </a:p>
      </dgm:t>
    </dgm:pt>
    <dgm:pt modelId="{E3A21533-8FA0-4C1B-8C17-FB031B9B520C}" type="sibTrans" cxnId="{21EDCC17-6323-4B6D-850B-592B95DCD8D9}">
      <dgm:prSet/>
      <dgm:spPr/>
      <dgm:t>
        <a:bodyPr/>
        <a:lstStyle/>
        <a:p>
          <a:endParaRPr lang="fr-FR"/>
        </a:p>
      </dgm:t>
    </dgm:pt>
    <dgm:pt modelId="{BDE2E69B-E992-4144-9035-F4516FABFDDE}">
      <dgm:prSet phldrT="[Texte]"/>
      <dgm:spPr/>
      <dgm:t>
        <a:bodyPr/>
        <a:lstStyle/>
        <a:p>
          <a:r>
            <a:rPr lang="fr-FR" dirty="0"/>
            <a:t>Réflexion Cloud AWS</a:t>
          </a:r>
        </a:p>
      </dgm:t>
    </dgm:pt>
    <dgm:pt modelId="{32BF1D31-F625-4631-97D3-3C92D45399BE}" type="parTrans" cxnId="{9EB5EA50-5BE1-4EC6-85CD-2FB0FD921A22}">
      <dgm:prSet/>
      <dgm:spPr/>
      <dgm:t>
        <a:bodyPr/>
        <a:lstStyle/>
        <a:p>
          <a:endParaRPr lang="fr-FR"/>
        </a:p>
      </dgm:t>
    </dgm:pt>
    <dgm:pt modelId="{E13A98F7-56E7-446B-98E1-DF077A266C32}" type="sibTrans" cxnId="{9EB5EA50-5BE1-4EC6-85CD-2FB0FD921A22}">
      <dgm:prSet/>
      <dgm:spPr/>
      <dgm:t>
        <a:bodyPr/>
        <a:lstStyle/>
        <a:p>
          <a:endParaRPr lang="fr-FR"/>
        </a:p>
      </dgm:t>
    </dgm:pt>
    <dgm:pt modelId="{20A092C2-92D0-4B35-A606-32D0D132D333}" type="pres">
      <dgm:prSet presAssocID="{17444278-05BA-47A7-A290-8E300C8BEA59}" presName="Name0" presStyleCnt="0">
        <dgm:presLayoutVars>
          <dgm:dir/>
          <dgm:animLvl val="lvl"/>
          <dgm:resizeHandles val="exact"/>
        </dgm:presLayoutVars>
      </dgm:prSet>
      <dgm:spPr/>
    </dgm:pt>
    <dgm:pt modelId="{367A16AA-1CC6-44B6-99C3-06642D712DF1}" type="pres">
      <dgm:prSet presAssocID="{AE6E5C39-D46E-4FAA-92B0-C3374C346507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B79F9672-325B-4F89-9B4E-F82320977F6F}" type="pres">
      <dgm:prSet presAssocID="{27AFAC89-14CF-4920-98C4-6F60B0C4EFAB}" presName="parTxOnlySpace" presStyleCnt="0"/>
      <dgm:spPr/>
    </dgm:pt>
    <dgm:pt modelId="{9A75C772-5039-43C9-9177-FA1DA9A01DD5}" type="pres">
      <dgm:prSet presAssocID="{C10505B2-5135-4F18-A59A-92D4A072AA8B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D2F63F03-232B-4245-80EB-3E7066D13F6B}" type="pres">
      <dgm:prSet presAssocID="{1626529F-B0E7-4121-8716-C1EC07398F83}" presName="parTxOnlySpace" presStyleCnt="0"/>
      <dgm:spPr/>
    </dgm:pt>
    <dgm:pt modelId="{691AF085-39EC-4255-9A86-B1C3CC67F79A}" type="pres">
      <dgm:prSet presAssocID="{DE86FB23-A366-4217-8A65-14F23F205EE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3463DDDC-FA00-43F0-8768-B5E355C2CA8C}" type="pres">
      <dgm:prSet presAssocID="{17DFC48E-C0D0-4488-9067-67C0A089D80F}" presName="parTxOnlySpace" presStyleCnt="0"/>
      <dgm:spPr/>
    </dgm:pt>
    <dgm:pt modelId="{3BE6ACDF-F686-4A62-A4C0-89B16B86A293}" type="pres">
      <dgm:prSet presAssocID="{E88CFA83-F447-42BD-9C36-3E86C5B94F67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2C9FD07C-BEE3-4C5E-AA78-5693326D13D2}" type="pres">
      <dgm:prSet presAssocID="{D28D5968-5589-4E79-A559-8BA7AEC05834}" presName="parTxOnlySpace" presStyleCnt="0"/>
      <dgm:spPr/>
    </dgm:pt>
    <dgm:pt modelId="{90FD2D5B-E0C9-42F2-BA70-EA6A1B59ED66}" type="pres">
      <dgm:prSet presAssocID="{54F99F8B-1B52-4966-A44F-B344B19BE682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724612A1-B898-4BC9-B890-7317DA16B3A0}" type="pres">
      <dgm:prSet presAssocID="{E3A21533-8FA0-4C1B-8C17-FB031B9B520C}" presName="parTxOnlySpace" presStyleCnt="0"/>
      <dgm:spPr/>
    </dgm:pt>
    <dgm:pt modelId="{356C8625-D509-462A-A4D9-6D9186C28C45}" type="pres">
      <dgm:prSet presAssocID="{BDE2E69B-E992-4144-9035-F4516FABFDDE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2BC3EE13-429C-4210-8856-632562736344}" type="presOf" srcId="{54F99F8B-1B52-4966-A44F-B344B19BE682}" destId="{90FD2D5B-E0C9-42F2-BA70-EA6A1B59ED66}" srcOrd="0" destOrd="0" presId="urn:microsoft.com/office/officeart/2005/8/layout/chevron1"/>
    <dgm:cxn modelId="{21EDCC17-6323-4B6D-850B-592B95DCD8D9}" srcId="{17444278-05BA-47A7-A290-8E300C8BEA59}" destId="{54F99F8B-1B52-4966-A44F-B344B19BE682}" srcOrd="4" destOrd="0" parTransId="{828F667C-C304-4CE1-95AF-E9C8446A9BDA}" sibTransId="{E3A21533-8FA0-4C1B-8C17-FB031B9B520C}"/>
    <dgm:cxn modelId="{FC1A4619-EB08-45D5-BEB0-D8CBAC064298}" type="presOf" srcId="{AE6E5C39-D46E-4FAA-92B0-C3374C346507}" destId="{367A16AA-1CC6-44B6-99C3-06642D712DF1}" srcOrd="0" destOrd="0" presId="urn:microsoft.com/office/officeart/2005/8/layout/chevron1"/>
    <dgm:cxn modelId="{CF25E11A-4C2B-490B-BDD2-D37FDABA3704}" type="presOf" srcId="{E88CFA83-F447-42BD-9C36-3E86C5B94F67}" destId="{3BE6ACDF-F686-4A62-A4C0-89B16B86A293}" srcOrd="0" destOrd="0" presId="urn:microsoft.com/office/officeart/2005/8/layout/chevron1"/>
    <dgm:cxn modelId="{651BF72B-B443-43FB-9333-9CBA3F96761C}" srcId="{17444278-05BA-47A7-A290-8E300C8BEA59}" destId="{AE6E5C39-D46E-4FAA-92B0-C3374C346507}" srcOrd="0" destOrd="0" parTransId="{41F29D18-6751-478E-86F1-AA893C6D3121}" sibTransId="{27AFAC89-14CF-4920-98C4-6F60B0C4EFAB}"/>
    <dgm:cxn modelId="{CED99B39-875B-4BD0-A5B6-B1F652343798}" type="presOf" srcId="{BDE2E69B-E992-4144-9035-F4516FABFDDE}" destId="{356C8625-D509-462A-A4D9-6D9186C28C45}" srcOrd="0" destOrd="0" presId="urn:microsoft.com/office/officeart/2005/8/layout/chevron1"/>
    <dgm:cxn modelId="{9EB5EA50-5BE1-4EC6-85CD-2FB0FD921A22}" srcId="{17444278-05BA-47A7-A290-8E300C8BEA59}" destId="{BDE2E69B-E992-4144-9035-F4516FABFDDE}" srcOrd="5" destOrd="0" parTransId="{32BF1D31-F625-4631-97D3-3C92D45399BE}" sibTransId="{E13A98F7-56E7-446B-98E1-DF077A266C32}"/>
    <dgm:cxn modelId="{1DFD2754-AD82-48D9-AFA6-D20AED279D95}" type="presOf" srcId="{17444278-05BA-47A7-A290-8E300C8BEA59}" destId="{20A092C2-92D0-4B35-A606-32D0D132D333}" srcOrd="0" destOrd="0" presId="urn:microsoft.com/office/officeart/2005/8/layout/chevron1"/>
    <dgm:cxn modelId="{C7BDB455-BDB3-444D-BE4A-FA2FA58053DD}" type="presOf" srcId="{C10505B2-5135-4F18-A59A-92D4A072AA8B}" destId="{9A75C772-5039-43C9-9177-FA1DA9A01DD5}" srcOrd="0" destOrd="0" presId="urn:microsoft.com/office/officeart/2005/8/layout/chevron1"/>
    <dgm:cxn modelId="{5106CDCF-B148-493E-B5D4-BA1B84880B34}" srcId="{17444278-05BA-47A7-A290-8E300C8BEA59}" destId="{DE86FB23-A366-4217-8A65-14F23F205EED}" srcOrd="2" destOrd="0" parTransId="{902D4E8C-EF70-48DD-A75E-649E312E3934}" sibTransId="{17DFC48E-C0D0-4488-9067-67C0A089D80F}"/>
    <dgm:cxn modelId="{C53E4DDB-E687-4FA8-89F7-24796F4CEEF0}" srcId="{17444278-05BA-47A7-A290-8E300C8BEA59}" destId="{C10505B2-5135-4F18-A59A-92D4A072AA8B}" srcOrd="1" destOrd="0" parTransId="{0D958E7D-67D5-43D5-95AC-72C30DDBB1C1}" sibTransId="{1626529F-B0E7-4121-8716-C1EC07398F83}"/>
    <dgm:cxn modelId="{4836BEDB-D03C-4714-BB76-1686A5C21081}" type="presOf" srcId="{DE86FB23-A366-4217-8A65-14F23F205EED}" destId="{691AF085-39EC-4255-9A86-B1C3CC67F79A}" srcOrd="0" destOrd="0" presId="urn:microsoft.com/office/officeart/2005/8/layout/chevron1"/>
    <dgm:cxn modelId="{AB0B78ED-0D2A-4F91-8C72-960D8104F259}" srcId="{17444278-05BA-47A7-A290-8E300C8BEA59}" destId="{E88CFA83-F447-42BD-9C36-3E86C5B94F67}" srcOrd="3" destOrd="0" parTransId="{B5C33C8C-444A-4FA2-B541-02459CD3C0B1}" sibTransId="{D28D5968-5589-4E79-A559-8BA7AEC05834}"/>
    <dgm:cxn modelId="{713144C1-1169-4510-A95B-0B9E5589CAC3}" type="presParOf" srcId="{20A092C2-92D0-4B35-A606-32D0D132D333}" destId="{367A16AA-1CC6-44B6-99C3-06642D712DF1}" srcOrd="0" destOrd="0" presId="urn:microsoft.com/office/officeart/2005/8/layout/chevron1"/>
    <dgm:cxn modelId="{5BF2180D-AA7C-452C-8ED1-1C2D7478F355}" type="presParOf" srcId="{20A092C2-92D0-4B35-A606-32D0D132D333}" destId="{B79F9672-325B-4F89-9B4E-F82320977F6F}" srcOrd="1" destOrd="0" presId="urn:microsoft.com/office/officeart/2005/8/layout/chevron1"/>
    <dgm:cxn modelId="{AE812BA8-A34F-4D80-919F-2AF37C4A117B}" type="presParOf" srcId="{20A092C2-92D0-4B35-A606-32D0D132D333}" destId="{9A75C772-5039-43C9-9177-FA1DA9A01DD5}" srcOrd="2" destOrd="0" presId="urn:microsoft.com/office/officeart/2005/8/layout/chevron1"/>
    <dgm:cxn modelId="{455E88EE-4604-4E79-A746-3BFB2E2B7F42}" type="presParOf" srcId="{20A092C2-92D0-4B35-A606-32D0D132D333}" destId="{D2F63F03-232B-4245-80EB-3E7066D13F6B}" srcOrd="3" destOrd="0" presId="urn:microsoft.com/office/officeart/2005/8/layout/chevron1"/>
    <dgm:cxn modelId="{8256C48A-E4AF-4068-BC57-7FED6833FC0F}" type="presParOf" srcId="{20A092C2-92D0-4B35-A606-32D0D132D333}" destId="{691AF085-39EC-4255-9A86-B1C3CC67F79A}" srcOrd="4" destOrd="0" presId="urn:microsoft.com/office/officeart/2005/8/layout/chevron1"/>
    <dgm:cxn modelId="{09196AB7-746D-431F-8BA1-C7582C05A624}" type="presParOf" srcId="{20A092C2-92D0-4B35-A606-32D0D132D333}" destId="{3463DDDC-FA00-43F0-8768-B5E355C2CA8C}" srcOrd="5" destOrd="0" presId="urn:microsoft.com/office/officeart/2005/8/layout/chevron1"/>
    <dgm:cxn modelId="{7A2B9C04-505C-43A8-A63E-8156EABD324E}" type="presParOf" srcId="{20A092C2-92D0-4B35-A606-32D0D132D333}" destId="{3BE6ACDF-F686-4A62-A4C0-89B16B86A293}" srcOrd="6" destOrd="0" presId="urn:microsoft.com/office/officeart/2005/8/layout/chevron1"/>
    <dgm:cxn modelId="{410ECC38-8C21-4F00-96FF-2EE8F67CF2DA}" type="presParOf" srcId="{20A092C2-92D0-4B35-A606-32D0D132D333}" destId="{2C9FD07C-BEE3-4C5E-AA78-5693326D13D2}" srcOrd="7" destOrd="0" presId="urn:microsoft.com/office/officeart/2005/8/layout/chevron1"/>
    <dgm:cxn modelId="{2BE2F8AD-A92F-4ACA-ABE1-ACF02E6F754E}" type="presParOf" srcId="{20A092C2-92D0-4B35-A606-32D0D132D333}" destId="{90FD2D5B-E0C9-42F2-BA70-EA6A1B59ED66}" srcOrd="8" destOrd="0" presId="urn:microsoft.com/office/officeart/2005/8/layout/chevron1"/>
    <dgm:cxn modelId="{C9AB1BCC-CCF1-4D43-B79B-BA919576E23A}" type="presParOf" srcId="{20A092C2-92D0-4B35-A606-32D0D132D333}" destId="{724612A1-B898-4BC9-B890-7317DA16B3A0}" srcOrd="9" destOrd="0" presId="urn:microsoft.com/office/officeart/2005/8/layout/chevron1"/>
    <dgm:cxn modelId="{EC0F1C48-C8EA-4EFF-A30A-A1CF461BBFB2}" type="presParOf" srcId="{20A092C2-92D0-4B35-A606-32D0D132D333}" destId="{356C8625-D509-462A-A4D9-6D9186C28C45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44D5A04-8D8C-4E99-A34D-A366F8AAFEF3}" type="doc">
      <dgm:prSet loTypeId="urn:microsoft.com/office/officeart/2005/8/layout/hierarchy4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fr-FR"/>
        </a:p>
      </dgm:t>
    </dgm:pt>
    <dgm:pt modelId="{27FCF0C6-F08A-4170-B064-D18D7CD9217B}">
      <dgm:prSet phldrT="[Texte]" phldr="0"/>
      <dgm:spPr/>
      <dgm:t>
        <a:bodyPr/>
        <a:lstStyle/>
        <a:p>
          <a:r>
            <a:rPr lang="fr-FR" b="1" i="0" dirty="0">
              <a:solidFill>
                <a:srgbClr val="1A376C"/>
              </a:solidFill>
            </a:rPr>
            <a:t>📄</a:t>
          </a:r>
          <a:r>
            <a:rPr lang="fr-FR" dirty="0"/>
            <a:t>docker-</a:t>
          </a:r>
          <a:r>
            <a:rPr lang="fr-FR" dirty="0" err="1"/>
            <a:t>compose.yml</a:t>
          </a:r>
          <a:r>
            <a:rPr lang="fr-FR" dirty="0"/>
            <a:t> | </a:t>
          </a:r>
          <a:r>
            <a:rPr lang="fr-FR" b="1" i="0" dirty="0">
              <a:solidFill>
                <a:srgbClr val="1A376C"/>
              </a:solidFill>
            </a:rPr>
            <a:t>📄</a:t>
          </a:r>
          <a:r>
            <a:rPr lang="fr-FR" dirty="0" err="1"/>
            <a:t>Dockerfile</a:t>
          </a:r>
          <a:r>
            <a:rPr lang="fr-FR" dirty="0"/>
            <a:t> | </a:t>
          </a:r>
          <a:r>
            <a:rPr lang="fr-FR" b="1" i="0" dirty="0">
              <a:solidFill>
                <a:srgbClr val="1A376C"/>
              </a:solidFill>
            </a:rPr>
            <a:t>📄</a:t>
          </a:r>
          <a:r>
            <a:rPr lang="fr-FR" dirty="0" err="1"/>
            <a:t>Dockerfile.test</a:t>
          </a:r>
          <a:r>
            <a:rPr lang="fr-FR" dirty="0"/>
            <a:t> | </a:t>
          </a:r>
          <a:r>
            <a:rPr lang="fr-FR" b="1" i="0" dirty="0">
              <a:solidFill>
                <a:srgbClr val="1A376C"/>
              </a:solidFill>
            </a:rPr>
            <a:t>📄</a:t>
          </a:r>
          <a:r>
            <a:rPr lang="fr-FR" dirty="0" err="1"/>
            <a:t>Dockerfile.export</a:t>
          </a:r>
          <a:r>
            <a:rPr lang="fr-FR" dirty="0"/>
            <a:t> | </a:t>
          </a:r>
          <a:r>
            <a:rPr lang="fr-FR" b="1" i="0" dirty="0">
              <a:solidFill>
                <a:srgbClr val="1A376C"/>
              </a:solidFill>
            </a:rPr>
            <a:t>📄</a:t>
          </a:r>
          <a:r>
            <a:rPr lang="fr-FR" dirty="0"/>
            <a:t>requirements.txt | </a:t>
          </a:r>
          <a:r>
            <a:rPr lang="fr-FR" b="1" i="0" dirty="0">
              <a:solidFill>
                <a:srgbClr val="1A376C"/>
              </a:solidFill>
            </a:rPr>
            <a:t>📄</a:t>
          </a:r>
          <a:r>
            <a:rPr lang="fr-FR" dirty="0"/>
            <a:t>.</a:t>
          </a:r>
          <a:r>
            <a:rPr lang="fr-FR" dirty="0" err="1"/>
            <a:t>env</a:t>
          </a:r>
          <a:r>
            <a:rPr lang="fr-FR" dirty="0"/>
            <a:t> </a:t>
          </a:r>
        </a:p>
      </dgm:t>
    </dgm:pt>
    <dgm:pt modelId="{155AFF1C-29CA-4F72-8E98-2F90D4D2B937}" type="parTrans" cxnId="{D583F1C9-2F9F-4905-8BD2-8C7019933878}">
      <dgm:prSet/>
      <dgm:spPr/>
      <dgm:t>
        <a:bodyPr/>
        <a:lstStyle/>
        <a:p>
          <a:endParaRPr lang="fr-FR"/>
        </a:p>
      </dgm:t>
    </dgm:pt>
    <dgm:pt modelId="{C01DE465-A9CC-4527-889D-FCE132EB51E7}" type="sibTrans" cxnId="{D583F1C9-2F9F-4905-8BD2-8C7019933878}">
      <dgm:prSet/>
      <dgm:spPr/>
      <dgm:t>
        <a:bodyPr/>
        <a:lstStyle/>
        <a:p>
          <a:endParaRPr lang="fr-FR"/>
        </a:p>
      </dgm:t>
    </dgm:pt>
    <dgm:pt modelId="{B6E60EB5-E6F6-4EED-96B3-6312AA1A31E5}">
      <dgm:prSet phldrT="[Texte]" phldr="0"/>
      <dgm:spPr/>
      <dgm:t>
        <a:bodyPr/>
        <a:lstStyle/>
        <a:p>
          <a:r>
            <a:rPr lang="fr-FR" b="1" i="0" dirty="0">
              <a:solidFill>
                <a:srgbClr val="1A376C"/>
              </a:solidFill>
            </a:rPr>
            <a:t>📁 </a:t>
          </a:r>
          <a:r>
            <a:rPr lang="fr-FR" dirty="0"/>
            <a:t>données</a:t>
          </a:r>
        </a:p>
      </dgm:t>
    </dgm:pt>
    <dgm:pt modelId="{FC92D83A-CE6E-4DE3-B4DA-5E2E24585D87}" type="parTrans" cxnId="{8E6FC341-09AB-44B4-9625-B19819899397}">
      <dgm:prSet/>
      <dgm:spPr/>
      <dgm:t>
        <a:bodyPr/>
        <a:lstStyle/>
        <a:p>
          <a:endParaRPr lang="fr-FR"/>
        </a:p>
      </dgm:t>
    </dgm:pt>
    <dgm:pt modelId="{3407925E-BCEA-40B0-9E7D-52B25DFDE0C0}" type="sibTrans" cxnId="{8E6FC341-09AB-44B4-9625-B19819899397}">
      <dgm:prSet/>
      <dgm:spPr/>
      <dgm:t>
        <a:bodyPr/>
        <a:lstStyle/>
        <a:p>
          <a:endParaRPr lang="fr-FR"/>
        </a:p>
      </dgm:t>
    </dgm:pt>
    <dgm:pt modelId="{A6E0F670-1679-41FF-972C-82A2AE79646B}">
      <dgm:prSet phldrT="[Texte]"/>
      <dgm:spPr/>
      <dgm:t>
        <a:bodyPr/>
        <a:lstStyle/>
        <a:p>
          <a:r>
            <a:rPr lang="fr-FR" b="1" i="0" dirty="0">
              <a:solidFill>
                <a:srgbClr val="1A376C"/>
              </a:solidFill>
            </a:rPr>
            <a:t>📄</a:t>
          </a:r>
          <a:r>
            <a:rPr lang="fr-FR" dirty="0"/>
            <a:t>healthcare_dataset.csv
</a:t>
          </a:r>
          <a:r>
            <a:rPr lang="fr-FR" b="1" i="0" dirty="0">
              <a:solidFill>
                <a:srgbClr val="1A376C"/>
              </a:solidFill>
            </a:rPr>
            <a:t>📄</a:t>
          </a:r>
          <a:r>
            <a:rPr lang="fr-FR" dirty="0"/>
            <a:t>export.csv</a:t>
          </a:r>
        </a:p>
      </dgm:t>
    </dgm:pt>
    <dgm:pt modelId="{31375214-726D-4F96-93C3-8308957F7941}" type="parTrans" cxnId="{7AC060DA-C03B-4857-8860-91B0BD6BCDA5}">
      <dgm:prSet/>
      <dgm:spPr/>
      <dgm:t>
        <a:bodyPr/>
        <a:lstStyle/>
        <a:p>
          <a:endParaRPr lang="fr-FR"/>
        </a:p>
      </dgm:t>
    </dgm:pt>
    <dgm:pt modelId="{A9A325F7-176E-490A-AB51-82C8A0FEE774}" type="sibTrans" cxnId="{7AC060DA-C03B-4857-8860-91B0BD6BCDA5}">
      <dgm:prSet/>
      <dgm:spPr/>
      <dgm:t>
        <a:bodyPr/>
        <a:lstStyle/>
        <a:p>
          <a:endParaRPr lang="fr-FR"/>
        </a:p>
      </dgm:t>
    </dgm:pt>
    <dgm:pt modelId="{918E59BE-30C3-40B3-9429-09054383E77D}">
      <dgm:prSet phldrT="[Texte]"/>
      <dgm:spPr/>
      <dgm:t>
        <a:bodyPr/>
        <a:lstStyle/>
        <a:p>
          <a:r>
            <a:rPr lang="fr-FR" b="1" i="0" dirty="0">
              <a:solidFill>
                <a:srgbClr val="1A376C"/>
              </a:solidFill>
            </a:rPr>
            <a:t>📄</a:t>
          </a:r>
          <a:r>
            <a:rPr lang="en-US" dirty="0"/>
            <a:t>cleaning_df.py
</a:t>
          </a:r>
          <a:r>
            <a:rPr lang="fr-FR" b="1" i="0" dirty="0">
              <a:solidFill>
                <a:srgbClr val="1A376C"/>
              </a:solidFill>
            </a:rPr>
            <a:t>📄</a:t>
          </a:r>
          <a:r>
            <a:rPr lang="en-US" dirty="0"/>
            <a:t>connexion_mongodb.py
</a:t>
          </a:r>
          <a:r>
            <a:rPr lang="fr-FR" b="1" i="0" dirty="0">
              <a:solidFill>
                <a:srgbClr val="1A376C"/>
              </a:solidFill>
            </a:rPr>
            <a:t>📄</a:t>
          </a:r>
          <a:r>
            <a:rPr lang="en-US" dirty="0"/>
            <a:t>crud_mongodb.py</a:t>
          </a:r>
          <a:endParaRPr lang="fr-FR" dirty="0"/>
        </a:p>
      </dgm:t>
    </dgm:pt>
    <dgm:pt modelId="{A05D1880-8C8E-43CE-A07C-A564847DFA45}" type="parTrans" cxnId="{FE4A1FC3-4ADB-4149-A55D-88EF56D041CB}">
      <dgm:prSet/>
      <dgm:spPr/>
      <dgm:t>
        <a:bodyPr/>
        <a:lstStyle/>
        <a:p>
          <a:endParaRPr lang="fr-FR"/>
        </a:p>
      </dgm:t>
    </dgm:pt>
    <dgm:pt modelId="{3DD95B0B-658D-4856-9C09-9796DD5A032B}" type="sibTrans" cxnId="{FE4A1FC3-4ADB-4149-A55D-88EF56D041CB}">
      <dgm:prSet/>
      <dgm:spPr/>
      <dgm:t>
        <a:bodyPr/>
        <a:lstStyle/>
        <a:p>
          <a:endParaRPr lang="fr-FR"/>
        </a:p>
      </dgm:t>
    </dgm:pt>
    <dgm:pt modelId="{D02B94D6-0867-42A2-9CCA-24FF22B8209B}">
      <dgm:prSet phldrT="[Texte]" phldr="0"/>
      <dgm:spPr/>
      <dgm:t>
        <a:bodyPr/>
        <a:lstStyle/>
        <a:p>
          <a:r>
            <a:rPr lang="fr-FR" b="1" i="0" dirty="0">
              <a:solidFill>
                <a:srgbClr val="1A376C"/>
              </a:solidFill>
            </a:rPr>
            <a:t>📄</a:t>
          </a:r>
          <a:r>
            <a:rPr lang="fr-FR" dirty="0"/>
            <a:t>script_migration_csv_mongodb.py
</a:t>
          </a:r>
          <a:r>
            <a:rPr lang="fr-FR" b="1" i="0" dirty="0">
              <a:solidFill>
                <a:srgbClr val="1A376C"/>
              </a:solidFill>
            </a:rPr>
            <a:t>📄</a:t>
          </a:r>
          <a:r>
            <a:rPr lang="fr-FR" dirty="0"/>
            <a:t>script_export_csv_mongodb.py
</a:t>
          </a:r>
          <a:r>
            <a:rPr lang="fr-FR" b="1" i="0" dirty="0">
              <a:solidFill>
                <a:srgbClr val="1A376C"/>
              </a:solidFill>
            </a:rPr>
            <a:t>📄</a:t>
          </a:r>
          <a:r>
            <a:rPr lang="fr-FR" dirty="0"/>
            <a:t>script_delete_collection.py</a:t>
          </a:r>
        </a:p>
      </dgm:t>
    </dgm:pt>
    <dgm:pt modelId="{D6F43943-C937-4A9F-9261-8027AC25D3EF}" type="parTrans" cxnId="{C16230D4-2AC3-46A0-816A-0C45590AB2AB}">
      <dgm:prSet/>
      <dgm:spPr/>
      <dgm:t>
        <a:bodyPr/>
        <a:lstStyle/>
        <a:p>
          <a:endParaRPr lang="fr-FR"/>
        </a:p>
      </dgm:t>
    </dgm:pt>
    <dgm:pt modelId="{941B8B93-E077-4C42-B711-1A19352F3FD8}" type="sibTrans" cxnId="{C16230D4-2AC3-46A0-816A-0C45590AB2AB}">
      <dgm:prSet/>
      <dgm:spPr/>
      <dgm:t>
        <a:bodyPr/>
        <a:lstStyle/>
        <a:p>
          <a:endParaRPr lang="fr-FR"/>
        </a:p>
      </dgm:t>
    </dgm:pt>
    <dgm:pt modelId="{023B42D5-8E51-4D38-B335-C3B4D2F9BDC3}">
      <dgm:prSet/>
      <dgm:spPr/>
      <dgm:t>
        <a:bodyPr/>
        <a:lstStyle/>
        <a:p>
          <a:r>
            <a:rPr lang="fr-FR" b="1" i="0" dirty="0">
              <a:solidFill>
                <a:srgbClr val="1A376C"/>
              </a:solidFill>
            </a:rPr>
            <a:t>📁</a:t>
          </a:r>
          <a:r>
            <a:rPr lang="fr-FR" dirty="0"/>
            <a:t>tests</a:t>
          </a:r>
        </a:p>
      </dgm:t>
    </dgm:pt>
    <dgm:pt modelId="{3CD82119-FDB4-4CE7-B71C-C6E879BCD0E7}" type="parTrans" cxnId="{649A8C21-5263-41A8-B169-4441032C796F}">
      <dgm:prSet/>
      <dgm:spPr/>
      <dgm:t>
        <a:bodyPr/>
        <a:lstStyle/>
        <a:p>
          <a:endParaRPr lang="fr-FR"/>
        </a:p>
      </dgm:t>
    </dgm:pt>
    <dgm:pt modelId="{68E7F33D-5130-4C58-83B1-A394AE4261CC}" type="sibTrans" cxnId="{649A8C21-5263-41A8-B169-4441032C796F}">
      <dgm:prSet/>
      <dgm:spPr/>
      <dgm:t>
        <a:bodyPr/>
        <a:lstStyle/>
        <a:p>
          <a:endParaRPr lang="fr-FR"/>
        </a:p>
      </dgm:t>
    </dgm:pt>
    <dgm:pt modelId="{254DE878-2C7A-4EE2-881B-9D4D694F89CB}">
      <dgm:prSet/>
      <dgm:spPr/>
      <dgm:t>
        <a:bodyPr/>
        <a:lstStyle/>
        <a:p>
          <a:r>
            <a:rPr lang="fr-FR" b="1" i="0" dirty="0">
              <a:solidFill>
                <a:srgbClr val="1A376C"/>
              </a:solidFill>
            </a:rPr>
            <a:t>📄</a:t>
          </a:r>
          <a:r>
            <a:rPr lang="en-US" dirty="0"/>
            <a:t>test_cleaning_df.py
</a:t>
          </a:r>
          <a:r>
            <a:rPr lang="fr-FR" b="1" i="0" dirty="0">
              <a:solidFill>
                <a:srgbClr val="1A376C"/>
              </a:solidFill>
            </a:rPr>
            <a:t>📄</a:t>
          </a:r>
          <a:r>
            <a:rPr lang="en-US" dirty="0"/>
            <a:t>test_crud_mongodb.py
</a:t>
          </a:r>
          <a:r>
            <a:rPr lang="fr-FR" b="1" i="0" dirty="0">
              <a:solidFill>
                <a:srgbClr val="1A376C"/>
              </a:solidFill>
            </a:rPr>
            <a:t>📄</a:t>
          </a:r>
          <a:r>
            <a:rPr lang="en-US" dirty="0"/>
            <a:t>test_export_mongodb.py
</a:t>
          </a:r>
          <a:r>
            <a:rPr lang="fr-FR" b="1" i="0" dirty="0">
              <a:solidFill>
                <a:srgbClr val="1A376C"/>
              </a:solidFill>
            </a:rPr>
            <a:t>📄</a:t>
          </a:r>
          <a:r>
            <a:rPr lang="en-US" dirty="0"/>
            <a:t>test_migration_index_mongodb.py</a:t>
          </a:r>
          <a:endParaRPr lang="fr-FR" dirty="0"/>
        </a:p>
      </dgm:t>
    </dgm:pt>
    <dgm:pt modelId="{43EE2A5F-DDF8-467B-A3DB-49B7BAEAE057}" type="parTrans" cxnId="{51008F18-6CCC-4310-9D12-6DD89D2EB8E8}">
      <dgm:prSet/>
      <dgm:spPr/>
      <dgm:t>
        <a:bodyPr/>
        <a:lstStyle/>
        <a:p>
          <a:endParaRPr lang="fr-FR"/>
        </a:p>
      </dgm:t>
    </dgm:pt>
    <dgm:pt modelId="{904A1041-120C-4795-823A-E0B3C7CC1CB5}" type="sibTrans" cxnId="{51008F18-6CCC-4310-9D12-6DD89D2EB8E8}">
      <dgm:prSet/>
      <dgm:spPr/>
      <dgm:t>
        <a:bodyPr/>
        <a:lstStyle/>
        <a:p>
          <a:endParaRPr lang="fr-FR"/>
        </a:p>
      </dgm:t>
    </dgm:pt>
    <dgm:pt modelId="{1141A4C1-EA59-4FA5-8066-FA8FA5D88B52}">
      <dgm:prSet/>
      <dgm:spPr/>
      <dgm:t>
        <a:bodyPr/>
        <a:lstStyle/>
        <a:p>
          <a:r>
            <a:rPr lang="fr-FR" b="1" i="0" dirty="0">
              <a:solidFill>
                <a:srgbClr val="1A376C"/>
              </a:solidFill>
            </a:rPr>
            <a:t>📁</a:t>
          </a:r>
          <a:r>
            <a:rPr lang="fr-FR" dirty="0"/>
            <a:t>fonctions</a:t>
          </a:r>
        </a:p>
      </dgm:t>
    </dgm:pt>
    <dgm:pt modelId="{6C6D4F96-C422-4E18-86C7-A2B6256D9E78}" type="parTrans" cxnId="{6E67DC6D-5DF8-4F1E-8379-F5EB9500F1A6}">
      <dgm:prSet/>
      <dgm:spPr/>
      <dgm:t>
        <a:bodyPr/>
        <a:lstStyle/>
        <a:p>
          <a:endParaRPr lang="fr-FR"/>
        </a:p>
      </dgm:t>
    </dgm:pt>
    <dgm:pt modelId="{C27AE660-29F1-49EB-A7AA-BBC9B369B701}" type="sibTrans" cxnId="{6E67DC6D-5DF8-4F1E-8379-F5EB9500F1A6}">
      <dgm:prSet/>
      <dgm:spPr/>
      <dgm:t>
        <a:bodyPr/>
        <a:lstStyle/>
        <a:p>
          <a:endParaRPr lang="fr-FR"/>
        </a:p>
      </dgm:t>
    </dgm:pt>
    <dgm:pt modelId="{7425C4D1-D9BA-418F-A1F3-339597250225}">
      <dgm:prSet/>
      <dgm:spPr/>
      <dgm:t>
        <a:bodyPr/>
        <a:lstStyle/>
        <a:p>
          <a:r>
            <a:rPr lang="fr-FR" b="1" i="0" dirty="0">
              <a:solidFill>
                <a:srgbClr val="1A376C"/>
              </a:solidFill>
            </a:rPr>
            <a:t>📁</a:t>
          </a:r>
          <a:r>
            <a:rPr lang="fr-FR" dirty="0"/>
            <a:t>scripts</a:t>
          </a:r>
        </a:p>
      </dgm:t>
    </dgm:pt>
    <dgm:pt modelId="{1C5D2020-BBC4-4F47-9A10-7AC624759480}" type="parTrans" cxnId="{521B0E86-E29B-44AC-9B8E-C8E4416E9059}">
      <dgm:prSet/>
      <dgm:spPr/>
      <dgm:t>
        <a:bodyPr/>
        <a:lstStyle/>
        <a:p>
          <a:endParaRPr lang="fr-FR"/>
        </a:p>
      </dgm:t>
    </dgm:pt>
    <dgm:pt modelId="{F0AFE1D8-964A-4BF8-B319-F4F5A327ED5B}" type="sibTrans" cxnId="{521B0E86-E29B-44AC-9B8E-C8E4416E9059}">
      <dgm:prSet/>
      <dgm:spPr/>
      <dgm:t>
        <a:bodyPr/>
        <a:lstStyle/>
        <a:p>
          <a:endParaRPr lang="fr-FR"/>
        </a:p>
      </dgm:t>
    </dgm:pt>
    <dgm:pt modelId="{D3F57627-8DFA-414A-A959-26CBF9A91F6F}">
      <dgm:prSet phldrT="[Texte]"/>
      <dgm:spPr/>
      <dgm:t>
        <a:bodyPr/>
        <a:lstStyle/>
        <a:p>
          <a:r>
            <a:rPr lang="fr-FR" b="1" i="0" dirty="0">
              <a:solidFill>
                <a:srgbClr val="1A376C"/>
              </a:solidFill>
            </a:rPr>
            <a:t>📄</a:t>
          </a:r>
          <a:r>
            <a:rPr lang="en-US" dirty="0"/>
            <a:t>migration_to_mongodb.py
</a:t>
          </a:r>
          <a:r>
            <a:rPr lang="fr-FR" b="1" i="0" dirty="0">
              <a:solidFill>
                <a:srgbClr val="1A376C"/>
              </a:solidFill>
            </a:rPr>
            <a:t>📄</a:t>
          </a:r>
          <a:r>
            <a:rPr lang="en-US" dirty="0"/>
            <a:t>export_from_mongodb.py</a:t>
          </a:r>
          <a:endParaRPr lang="fr-FR" dirty="0"/>
        </a:p>
      </dgm:t>
    </dgm:pt>
    <dgm:pt modelId="{CDA09C9F-6A48-4FA5-9987-DBBAD7092B28}" type="parTrans" cxnId="{C8EA9B15-4B36-4221-89A6-AF4AF177460D}">
      <dgm:prSet/>
      <dgm:spPr/>
      <dgm:t>
        <a:bodyPr/>
        <a:lstStyle/>
        <a:p>
          <a:endParaRPr lang="fr-FR"/>
        </a:p>
      </dgm:t>
    </dgm:pt>
    <dgm:pt modelId="{A9FF6CC8-621B-4C98-BED4-4D7781C9C4CB}" type="sibTrans" cxnId="{C8EA9B15-4B36-4221-89A6-AF4AF177460D}">
      <dgm:prSet/>
      <dgm:spPr/>
      <dgm:t>
        <a:bodyPr/>
        <a:lstStyle/>
        <a:p>
          <a:endParaRPr lang="fr-FR"/>
        </a:p>
      </dgm:t>
    </dgm:pt>
    <dgm:pt modelId="{002813E5-4497-4E87-B448-938E988D9172}" type="pres">
      <dgm:prSet presAssocID="{244D5A04-8D8C-4E99-A34D-A366F8AAFEF3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17538C7-3029-4C63-B622-EDBAE15AD903}" type="pres">
      <dgm:prSet presAssocID="{27FCF0C6-F08A-4170-B064-D18D7CD9217B}" presName="vertOne" presStyleCnt="0"/>
      <dgm:spPr/>
    </dgm:pt>
    <dgm:pt modelId="{F5C3142A-6F0A-4A28-96D8-036867E218CC}" type="pres">
      <dgm:prSet presAssocID="{27FCF0C6-F08A-4170-B064-D18D7CD9217B}" presName="txOne" presStyleLbl="node0" presStyleIdx="0" presStyleCnt="1" custLinFactNeighborX="10581" custLinFactNeighborY="-405">
        <dgm:presLayoutVars>
          <dgm:chPref val="3"/>
        </dgm:presLayoutVars>
      </dgm:prSet>
      <dgm:spPr/>
    </dgm:pt>
    <dgm:pt modelId="{1DFAD381-D93C-4B46-9AB5-CF0AD46708A7}" type="pres">
      <dgm:prSet presAssocID="{27FCF0C6-F08A-4170-B064-D18D7CD9217B}" presName="parTransOne" presStyleCnt="0"/>
      <dgm:spPr/>
    </dgm:pt>
    <dgm:pt modelId="{AE01023F-D061-4FE3-A338-8AB4623BBE1F}" type="pres">
      <dgm:prSet presAssocID="{27FCF0C6-F08A-4170-B064-D18D7CD9217B}" presName="horzOne" presStyleCnt="0"/>
      <dgm:spPr/>
    </dgm:pt>
    <dgm:pt modelId="{66C515EE-311B-4B6E-896A-32D18D2D2320}" type="pres">
      <dgm:prSet presAssocID="{B6E60EB5-E6F6-4EED-96B3-6312AA1A31E5}" presName="vertTwo" presStyleCnt="0"/>
      <dgm:spPr/>
    </dgm:pt>
    <dgm:pt modelId="{5C959BDA-1D23-4E1B-B527-74828B3F98CF}" type="pres">
      <dgm:prSet presAssocID="{B6E60EB5-E6F6-4EED-96B3-6312AA1A31E5}" presName="txTwo" presStyleLbl="node2" presStyleIdx="0" presStyleCnt="4">
        <dgm:presLayoutVars>
          <dgm:chPref val="3"/>
        </dgm:presLayoutVars>
      </dgm:prSet>
      <dgm:spPr/>
    </dgm:pt>
    <dgm:pt modelId="{613ECCE1-8A88-471A-9004-7B79C4378AF1}" type="pres">
      <dgm:prSet presAssocID="{B6E60EB5-E6F6-4EED-96B3-6312AA1A31E5}" presName="parTransTwo" presStyleCnt="0"/>
      <dgm:spPr/>
    </dgm:pt>
    <dgm:pt modelId="{F5091717-6190-4BA3-8274-B0FAC418757B}" type="pres">
      <dgm:prSet presAssocID="{B6E60EB5-E6F6-4EED-96B3-6312AA1A31E5}" presName="horzTwo" presStyleCnt="0"/>
      <dgm:spPr/>
    </dgm:pt>
    <dgm:pt modelId="{9D30DD06-DB6C-4F18-AC28-B5C9A68519BF}" type="pres">
      <dgm:prSet presAssocID="{A6E0F670-1679-41FF-972C-82A2AE79646B}" presName="vertThree" presStyleCnt="0"/>
      <dgm:spPr/>
    </dgm:pt>
    <dgm:pt modelId="{9F56DC6C-E562-4282-8249-05DFB3F06BE0}" type="pres">
      <dgm:prSet presAssocID="{A6E0F670-1679-41FF-972C-82A2AE79646B}" presName="txThree" presStyleLbl="node3" presStyleIdx="0" presStyleCnt="5">
        <dgm:presLayoutVars>
          <dgm:chPref val="3"/>
        </dgm:presLayoutVars>
      </dgm:prSet>
      <dgm:spPr/>
    </dgm:pt>
    <dgm:pt modelId="{8E52C401-BCCB-42C5-965C-3964BB66DB06}" type="pres">
      <dgm:prSet presAssocID="{A6E0F670-1679-41FF-972C-82A2AE79646B}" presName="horzThree" presStyleCnt="0"/>
      <dgm:spPr/>
    </dgm:pt>
    <dgm:pt modelId="{1AF773D5-1064-442C-AA01-7D49D65E2CEC}" type="pres">
      <dgm:prSet presAssocID="{3407925E-BCEA-40B0-9E7D-52B25DFDE0C0}" presName="sibSpaceTwo" presStyleCnt="0"/>
      <dgm:spPr/>
    </dgm:pt>
    <dgm:pt modelId="{1D67333B-424B-40BC-ADE3-F2A7C3AEB730}" type="pres">
      <dgm:prSet presAssocID="{1141A4C1-EA59-4FA5-8066-FA8FA5D88B52}" presName="vertTwo" presStyleCnt="0"/>
      <dgm:spPr/>
    </dgm:pt>
    <dgm:pt modelId="{686E1B96-FC74-4D99-A464-85C3AEF6CAA9}" type="pres">
      <dgm:prSet presAssocID="{1141A4C1-EA59-4FA5-8066-FA8FA5D88B52}" presName="txTwo" presStyleLbl="node2" presStyleIdx="1" presStyleCnt="4">
        <dgm:presLayoutVars>
          <dgm:chPref val="3"/>
        </dgm:presLayoutVars>
      </dgm:prSet>
      <dgm:spPr/>
    </dgm:pt>
    <dgm:pt modelId="{97B361FA-05BA-428F-B7BC-003357E5A756}" type="pres">
      <dgm:prSet presAssocID="{1141A4C1-EA59-4FA5-8066-FA8FA5D88B52}" presName="parTransTwo" presStyleCnt="0"/>
      <dgm:spPr/>
    </dgm:pt>
    <dgm:pt modelId="{DC037771-E57A-41AE-BA44-2F0075BA0183}" type="pres">
      <dgm:prSet presAssocID="{1141A4C1-EA59-4FA5-8066-FA8FA5D88B52}" presName="horzTwo" presStyleCnt="0"/>
      <dgm:spPr/>
    </dgm:pt>
    <dgm:pt modelId="{33035B32-1C1E-41BC-819A-A24A69721563}" type="pres">
      <dgm:prSet presAssocID="{918E59BE-30C3-40B3-9429-09054383E77D}" presName="vertThree" presStyleCnt="0"/>
      <dgm:spPr/>
    </dgm:pt>
    <dgm:pt modelId="{23D4212C-3666-4E36-AB92-6AE66BD35C6D}" type="pres">
      <dgm:prSet presAssocID="{918E59BE-30C3-40B3-9429-09054383E77D}" presName="txThree" presStyleLbl="node3" presStyleIdx="1" presStyleCnt="5">
        <dgm:presLayoutVars>
          <dgm:chPref val="3"/>
        </dgm:presLayoutVars>
      </dgm:prSet>
      <dgm:spPr/>
    </dgm:pt>
    <dgm:pt modelId="{A9011B3A-355B-4427-8255-8D120021A83F}" type="pres">
      <dgm:prSet presAssocID="{918E59BE-30C3-40B3-9429-09054383E77D}" presName="horzThree" presStyleCnt="0"/>
      <dgm:spPr/>
    </dgm:pt>
    <dgm:pt modelId="{5BDFF588-9FC0-4CCD-9D0D-249A14299F9D}" type="pres">
      <dgm:prSet presAssocID="{3DD95B0B-658D-4856-9C09-9796DD5A032B}" presName="sibSpaceThree" presStyleCnt="0"/>
      <dgm:spPr/>
    </dgm:pt>
    <dgm:pt modelId="{C2F2ACF6-8B08-45A2-A528-51CEF524D9AD}" type="pres">
      <dgm:prSet presAssocID="{D3F57627-8DFA-414A-A959-26CBF9A91F6F}" presName="vertThree" presStyleCnt="0"/>
      <dgm:spPr/>
    </dgm:pt>
    <dgm:pt modelId="{E1707E22-DE73-4F69-8A71-93A0068651DB}" type="pres">
      <dgm:prSet presAssocID="{D3F57627-8DFA-414A-A959-26CBF9A91F6F}" presName="txThree" presStyleLbl="node3" presStyleIdx="2" presStyleCnt="5">
        <dgm:presLayoutVars>
          <dgm:chPref val="3"/>
        </dgm:presLayoutVars>
      </dgm:prSet>
      <dgm:spPr/>
    </dgm:pt>
    <dgm:pt modelId="{E18FD152-0533-4AD8-89DA-84667ECFCEEC}" type="pres">
      <dgm:prSet presAssocID="{D3F57627-8DFA-414A-A959-26CBF9A91F6F}" presName="horzThree" presStyleCnt="0"/>
      <dgm:spPr/>
    </dgm:pt>
    <dgm:pt modelId="{B6CAF660-3CD9-4096-8FCD-5CA1497AC5BE}" type="pres">
      <dgm:prSet presAssocID="{C27AE660-29F1-49EB-A7AA-BBC9B369B701}" presName="sibSpaceTwo" presStyleCnt="0"/>
      <dgm:spPr/>
    </dgm:pt>
    <dgm:pt modelId="{6DEEA047-C073-46F2-AF6D-CE65FEB15370}" type="pres">
      <dgm:prSet presAssocID="{7425C4D1-D9BA-418F-A1F3-339597250225}" presName="vertTwo" presStyleCnt="0"/>
      <dgm:spPr/>
    </dgm:pt>
    <dgm:pt modelId="{32DA2544-D9E9-413B-9E35-56B258E07A4F}" type="pres">
      <dgm:prSet presAssocID="{7425C4D1-D9BA-418F-A1F3-339597250225}" presName="txTwo" presStyleLbl="node2" presStyleIdx="2" presStyleCnt="4">
        <dgm:presLayoutVars>
          <dgm:chPref val="3"/>
        </dgm:presLayoutVars>
      </dgm:prSet>
      <dgm:spPr/>
    </dgm:pt>
    <dgm:pt modelId="{3F1CCBD2-1372-46AE-B2C9-1FF3BDAA3CB9}" type="pres">
      <dgm:prSet presAssocID="{7425C4D1-D9BA-418F-A1F3-339597250225}" presName="parTransTwo" presStyleCnt="0"/>
      <dgm:spPr/>
    </dgm:pt>
    <dgm:pt modelId="{FFA1594D-45BE-4D48-8CF3-84A0434106B1}" type="pres">
      <dgm:prSet presAssocID="{7425C4D1-D9BA-418F-A1F3-339597250225}" presName="horzTwo" presStyleCnt="0"/>
      <dgm:spPr/>
    </dgm:pt>
    <dgm:pt modelId="{FD5F390C-F797-425F-97C1-EE54D285E9AA}" type="pres">
      <dgm:prSet presAssocID="{D02B94D6-0867-42A2-9CCA-24FF22B8209B}" presName="vertThree" presStyleCnt="0"/>
      <dgm:spPr/>
    </dgm:pt>
    <dgm:pt modelId="{2E430B2A-E67C-405D-AB5E-55D2C815AC07}" type="pres">
      <dgm:prSet presAssocID="{D02B94D6-0867-42A2-9CCA-24FF22B8209B}" presName="txThree" presStyleLbl="node3" presStyleIdx="3" presStyleCnt="5">
        <dgm:presLayoutVars>
          <dgm:chPref val="3"/>
        </dgm:presLayoutVars>
      </dgm:prSet>
      <dgm:spPr/>
    </dgm:pt>
    <dgm:pt modelId="{CC910D56-166C-40BB-AF89-EC0F60F3D8A9}" type="pres">
      <dgm:prSet presAssocID="{D02B94D6-0867-42A2-9CCA-24FF22B8209B}" presName="horzThree" presStyleCnt="0"/>
      <dgm:spPr/>
    </dgm:pt>
    <dgm:pt modelId="{80FA3489-107A-41BF-BB6A-E59C28124464}" type="pres">
      <dgm:prSet presAssocID="{F0AFE1D8-964A-4BF8-B319-F4F5A327ED5B}" presName="sibSpaceTwo" presStyleCnt="0"/>
      <dgm:spPr/>
    </dgm:pt>
    <dgm:pt modelId="{2E600CD8-F3DB-4375-A71A-B6951FB9B860}" type="pres">
      <dgm:prSet presAssocID="{023B42D5-8E51-4D38-B335-C3B4D2F9BDC3}" presName="vertTwo" presStyleCnt="0"/>
      <dgm:spPr/>
    </dgm:pt>
    <dgm:pt modelId="{55AEDFD5-A587-486E-B898-DCC44D1E8604}" type="pres">
      <dgm:prSet presAssocID="{023B42D5-8E51-4D38-B335-C3B4D2F9BDC3}" presName="txTwo" presStyleLbl="node2" presStyleIdx="3" presStyleCnt="4">
        <dgm:presLayoutVars>
          <dgm:chPref val="3"/>
        </dgm:presLayoutVars>
      </dgm:prSet>
      <dgm:spPr/>
    </dgm:pt>
    <dgm:pt modelId="{03EA757B-34F0-4417-8623-3E3DA7883830}" type="pres">
      <dgm:prSet presAssocID="{023B42D5-8E51-4D38-B335-C3B4D2F9BDC3}" presName="parTransTwo" presStyleCnt="0"/>
      <dgm:spPr/>
    </dgm:pt>
    <dgm:pt modelId="{042103F6-DCBE-481D-AA08-D6C2C4F8F626}" type="pres">
      <dgm:prSet presAssocID="{023B42D5-8E51-4D38-B335-C3B4D2F9BDC3}" presName="horzTwo" presStyleCnt="0"/>
      <dgm:spPr/>
    </dgm:pt>
    <dgm:pt modelId="{B5F4EC02-56EF-44F9-B4F7-3D88195B7901}" type="pres">
      <dgm:prSet presAssocID="{254DE878-2C7A-4EE2-881B-9D4D694F89CB}" presName="vertThree" presStyleCnt="0"/>
      <dgm:spPr/>
    </dgm:pt>
    <dgm:pt modelId="{3479CE97-527C-461B-8EAE-E3B9179DC551}" type="pres">
      <dgm:prSet presAssocID="{254DE878-2C7A-4EE2-881B-9D4D694F89CB}" presName="txThree" presStyleLbl="node3" presStyleIdx="4" presStyleCnt="5">
        <dgm:presLayoutVars>
          <dgm:chPref val="3"/>
        </dgm:presLayoutVars>
      </dgm:prSet>
      <dgm:spPr/>
    </dgm:pt>
    <dgm:pt modelId="{86C704D0-8A17-416D-B6F0-08109998322A}" type="pres">
      <dgm:prSet presAssocID="{254DE878-2C7A-4EE2-881B-9D4D694F89CB}" presName="horzThree" presStyleCnt="0"/>
      <dgm:spPr/>
    </dgm:pt>
  </dgm:ptLst>
  <dgm:cxnLst>
    <dgm:cxn modelId="{1240FB09-8F0A-46CE-ABDF-C4B48E90EA84}" type="presOf" srcId="{1141A4C1-EA59-4FA5-8066-FA8FA5D88B52}" destId="{686E1B96-FC74-4D99-A464-85C3AEF6CAA9}" srcOrd="0" destOrd="0" presId="urn:microsoft.com/office/officeart/2005/8/layout/hierarchy4"/>
    <dgm:cxn modelId="{C8EA9B15-4B36-4221-89A6-AF4AF177460D}" srcId="{1141A4C1-EA59-4FA5-8066-FA8FA5D88B52}" destId="{D3F57627-8DFA-414A-A959-26CBF9A91F6F}" srcOrd="1" destOrd="0" parTransId="{CDA09C9F-6A48-4FA5-9987-DBBAD7092B28}" sibTransId="{A9FF6CC8-621B-4C98-BED4-4D7781C9C4CB}"/>
    <dgm:cxn modelId="{51008F18-6CCC-4310-9D12-6DD89D2EB8E8}" srcId="{023B42D5-8E51-4D38-B335-C3B4D2F9BDC3}" destId="{254DE878-2C7A-4EE2-881B-9D4D694F89CB}" srcOrd="0" destOrd="0" parTransId="{43EE2A5F-DDF8-467B-A3DB-49B7BAEAE057}" sibTransId="{904A1041-120C-4795-823A-E0B3C7CC1CB5}"/>
    <dgm:cxn modelId="{649A8C21-5263-41A8-B169-4441032C796F}" srcId="{27FCF0C6-F08A-4170-B064-D18D7CD9217B}" destId="{023B42D5-8E51-4D38-B335-C3B4D2F9BDC3}" srcOrd="3" destOrd="0" parTransId="{3CD82119-FDB4-4CE7-B71C-C6E879BCD0E7}" sibTransId="{68E7F33D-5130-4C58-83B1-A394AE4261CC}"/>
    <dgm:cxn modelId="{E706B621-FDC1-44F0-9878-19BB0A295184}" type="presOf" srcId="{918E59BE-30C3-40B3-9429-09054383E77D}" destId="{23D4212C-3666-4E36-AB92-6AE66BD35C6D}" srcOrd="0" destOrd="0" presId="urn:microsoft.com/office/officeart/2005/8/layout/hierarchy4"/>
    <dgm:cxn modelId="{5A091636-9E7C-45D8-8D9A-6C0C90C7A727}" type="presOf" srcId="{244D5A04-8D8C-4E99-A34D-A366F8AAFEF3}" destId="{002813E5-4497-4E87-B448-938E988D9172}" srcOrd="0" destOrd="0" presId="urn:microsoft.com/office/officeart/2005/8/layout/hierarchy4"/>
    <dgm:cxn modelId="{8E6FC341-09AB-44B4-9625-B19819899397}" srcId="{27FCF0C6-F08A-4170-B064-D18D7CD9217B}" destId="{B6E60EB5-E6F6-4EED-96B3-6312AA1A31E5}" srcOrd="0" destOrd="0" parTransId="{FC92D83A-CE6E-4DE3-B4DA-5E2E24585D87}" sibTransId="{3407925E-BCEA-40B0-9E7D-52B25DFDE0C0}"/>
    <dgm:cxn modelId="{6E67DC6D-5DF8-4F1E-8379-F5EB9500F1A6}" srcId="{27FCF0C6-F08A-4170-B064-D18D7CD9217B}" destId="{1141A4C1-EA59-4FA5-8066-FA8FA5D88B52}" srcOrd="1" destOrd="0" parTransId="{6C6D4F96-C422-4E18-86C7-A2B6256D9E78}" sibTransId="{C27AE660-29F1-49EB-A7AA-BBC9B369B701}"/>
    <dgm:cxn modelId="{FBD15D6F-F7DC-4AB3-AE93-8B7FCE603601}" type="presOf" srcId="{B6E60EB5-E6F6-4EED-96B3-6312AA1A31E5}" destId="{5C959BDA-1D23-4E1B-B527-74828B3F98CF}" srcOrd="0" destOrd="0" presId="urn:microsoft.com/office/officeart/2005/8/layout/hierarchy4"/>
    <dgm:cxn modelId="{26856670-B5F6-478B-BE37-F0B9A94FE46D}" type="presOf" srcId="{023B42D5-8E51-4D38-B335-C3B4D2F9BDC3}" destId="{55AEDFD5-A587-486E-B898-DCC44D1E8604}" srcOrd="0" destOrd="0" presId="urn:microsoft.com/office/officeart/2005/8/layout/hierarchy4"/>
    <dgm:cxn modelId="{055F8357-E0D9-4767-9231-4B1132514B2E}" type="presOf" srcId="{D3F57627-8DFA-414A-A959-26CBF9A91F6F}" destId="{E1707E22-DE73-4F69-8A71-93A0068651DB}" srcOrd="0" destOrd="0" presId="urn:microsoft.com/office/officeart/2005/8/layout/hierarchy4"/>
    <dgm:cxn modelId="{521B0E86-E29B-44AC-9B8E-C8E4416E9059}" srcId="{27FCF0C6-F08A-4170-B064-D18D7CD9217B}" destId="{7425C4D1-D9BA-418F-A1F3-339597250225}" srcOrd="2" destOrd="0" parTransId="{1C5D2020-BBC4-4F47-9A10-7AC624759480}" sibTransId="{F0AFE1D8-964A-4BF8-B319-F4F5A327ED5B}"/>
    <dgm:cxn modelId="{3D5E248F-D2CC-47E0-897B-8524D685165F}" type="presOf" srcId="{7425C4D1-D9BA-418F-A1F3-339597250225}" destId="{32DA2544-D9E9-413B-9E35-56B258E07A4F}" srcOrd="0" destOrd="0" presId="urn:microsoft.com/office/officeart/2005/8/layout/hierarchy4"/>
    <dgm:cxn modelId="{7A70E292-98B6-4ED0-95BC-CA1FE6F5EA5B}" type="presOf" srcId="{27FCF0C6-F08A-4170-B064-D18D7CD9217B}" destId="{F5C3142A-6F0A-4A28-96D8-036867E218CC}" srcOrd="0" destOrd="0" presId="urn:microsoft.com/office/officeart/2005/8/layout/hierarchy4"/>
    <dgm:cxn modelId="{56B2369B-D344-40C9-98C6-B2DA3971C704}" type="presOf" srcId="{D02B94D6-0867-42A2-9CCA-24FF22B8209B}" destId="{2E430B2A-E67C-405D-AB5E-55D2C815AC07}" srcOrd="0" destOrd="0" presId="urn:microsoft.com/office/officeart/2005/8/layout/hierarchy4"/>
    <dgm:cxn modelId="{03A5ACA0-BA8C-4A94-AE06-FE2C305E97D4}" type="presOf" srcId="{254DE878-2C7A-4EE2-881B-9D4D694F89CB}" destId="{3479CE97-527C-461B-8EAE-E3B9179DC551}" srcOrd="0" destOrd="0" presId="urn:microsoft.com/office/officeart/2005/8/layout/hierarchy4"/>
    <dgm:cxn modelId="{FE4A1FC3-4ADB-4149-A55D-88EF56D041CB}" srcId="{1141A4C1-EA59-4FA5-8066-FA8FA5D88B52}" destId="{918E59BE-30C3-40B3-9429-09054383E77D}" srcOrd="0" destOrd="0" parTransId="{A05D1880-8C8E-43CE-A07C-A564847DFA45}" sibTransId="{3DD95B0B-658D-4856-9C09-9796DD5A032B}"/>
    <dgm:cxn modelId="{D583F1C9-2F9F-4905-8BD2-8C7019933878}" srcId="{244D5A04-8D8C-4E99-A34D-A366F8AAFEF3}" destId="{27FCF0C6-F08A-4170-B064-D18D7CD9217B}" srcOrd="0" destOrd="0" parTransId="{155AFF1C-29CA-4F72-8E98-2F90D4D2B937}" sibTransId="{C01DE465-A9CC-4527-889D-FCE132EB51E7}"/>
    <dgm:cxn modelId="{C16230D4-2AC3-46A0-816A-0C45590AB2AB}" srcId="{7425C4D1-D9BA-418F-A1F3-339597250225}" destId="{D02B94D6-0867-42A2-9CCA-24FF22B8209B}" srcOrd="0" destOrd="0" parTransId="{D6F43943-C937-4A9F-9261-8027AC25D3EF}" sibTransId="{941B8B93-E077-4C42-B711-1A19352F3FD8}"/>
    <dgm:cxn modelId="{7AC060DA-C03B-4857-8860-91B0BD6BCDA5}" srcId="{B6E60EB5-E6F6-4EED-96B3-6312AA1A31E5}" destId="{A6E0F670-1679-41FF-972C-82A2AE79646B}" srcOrd="0" destOrd="0" parTransId="{31375214-726D-4F96-93C3-8308957F7941}" sibTransId="{A9A325F7-176E-490A-AB51-82C8A0FEE774}"/>
    <dgm:cxn modelId="{5ED4B9EA-D949-4F21-93C1-3A5599604C5D}" type="presOf" srcId="{A6E0F670-1679-41FF-972C-82A2AE79646B}" destId="{9F56DC6C-E562-4282-8249-05DFB3F06BE0}" srcOrd="0" destOrd="0" presId="urn:microsoft.com/office/officeart/2005/8/layout/hierarchy4"/>
    <dgm:cxn modelId="{D71A2DD2-F8B5-45B1-8888-26BADA7D85A2}" type="presParOf" srcId="{002813E5-4497-4E87-B448-938E988D9172}" destId="{E17538C7-3029-4C63-B622-EDBAE15AD903}" srcOrd="0" destOrd="0" presId="urn:microsoft.com/office/officeart/2005/8/layout/hierarchy4"/>
    <dgm:cxn modelId="{732601A0-2338-4B76-A280-A593E8737AB2}" type="presParOf" srcId="{E17538C7-3029-4C63-B622-EDBAE15AD903}" destId="{F5C3142A-6F0A-4A28-96D8-036867E218CC}" srcOrd="0" destOrd="0" presId="urn:microsoft.com/office/officeart/2005/8/layout/hierarchy4"/>
    <dgm:cxn modelId="{64A0BBB9-28AD-4F9A-B170-F005B4C9E919}" type="presParOf" srcId="{E17538C7-3029-4C63-B622-EDBAE15AD903}" destId="{1DFAD381-D93C-4B46-9AB5-CF0AD46708A7}" srcOrd="1" destOrd="0" presId="urn:microsoft.com/office/officeart/2005/8/layout/hierarchy4"/>
    <dgm:cxn modelId="{592F069E-7CE4-4E83-AD26-B029790185A3}" type="presParOf" srcId="{E17538C7-3029-4C63-B622-EDBAE15AD903}" destId="{AE01023F-D061-4FE3-A338-8AB4623BBE1F}" srcOrd="2" destOrd="0" presId="urn:microsoft.com/office/officeart/2005/8/layout/hierarchy4"/>
    <dgm:cxn modelId="{D4E9F98E-B749-41D9-AFDE-AC77E398EB7E}" type="presParOf" srcId="{AE01023F-D061-4FE3-A338-8AB4623BBE1F}" destId="{66C515EE-311B-4B6E-896A-32D18D2D2320}" srcOrd="0" destOrd="0" presId="urn:microsoft.com/office/officeart/2005/8/layout/hierarchy4"/>
    <dgm:cxn modelId="{37D864E5-6617-4BE4-8F77-A2B47A04D28A}" type="presParOf" srcId="{66C515EE-311B-4B6E-896A-32D18D2D2320}" destId="{5C959BDA-1D23-4E1B-B527-74828B3F98CF}" srcOrd="0" destOrd="0" presId="urn:microsoft.com/office/officeart/2005/8/layout/hierarchy4"/>
    <dgm:cxn modelId="{676905A7-C13A-4F25-B11B-A97CF45963C8}" type="presParOf" srcId="{66C515EE-311B-4B6E-896A-32D18D2D2320}" destId="{613ECCE1-8A88-471A-9004-7B79C4378AF1}" srcOrd="1" destOrd="0" presId="urn:microsoft.com/office/officeart/2005/8/layout/hierarchy4"/>
    <dgm:cxn modelId="{3EEDC3D8-176D-42FD-8C5C-F4F3F981693D}" type="presParOf" srcId="{66C515EE-311B-4B6E-896A-32D18D2D2320}" destId="{F5091717-6190-4BA3-8274-B0FAC418757B}" srcOrd="2" destOrd="0" presId="urn:microsoft.com/office/officeart/2005/8/layout/hierarchy4"/>
    <dgm:cxn modelId="{841A111D-7B39-42D9-A4A2-C794E864D014}" type="presParOf" srcId="{F5091717-6190-4BA3-8274-B0FAC418757B}" destId="{9D30DD06-DB6C-4F18-AC28-B5C9A68519BF}" srcOrd="0" destOrd="0" presId="urn:microsoft.com/office/officeart/2005/8/layout/hierarchy4"/>
    <dgm:cxn modelId="{206F466C-9873-4014-8022-D386E5A2CEF5}" type="presParOf" srcId="{9D30DD06-DB6C-4F18-AC28-B5C9A68519BF}" destId="{9F56DC6C-E562-4282-8249-05DFB3F06BE0}" srcOrd="0" destOrd="0" presId="urn:microsoft.com/office/officeart/2005/8/layout/hierarchy4"/>
    <dgm:cxn modelId="{14C25D09-57B6-4C69-A2F6-F827D6A8C999}" type="presParOf" srcId="{9D30DD06-DB6C-4F18-AC28-B5C9A68519BF}" destId="{8E52C401-BCCB-42C5-965C-3964BB66DB06}" srcOrd="1" destOrd="0" presId="urn:microsoft.com/office/officeart/2005/8/layout/hierarchy4"/>
    <dgm:cxn modelId="{4330735B-1128-4EB0-805A-5AEDB83C51C7}" type="presParOf" srcId="{AE01023F-D061-4FE3-A338-8AB4623BBE1F}" destId="{1AF773D5-1064-442C-AA01-7D49D65E2CEC}" srcOrd="1" destOrd="0" presId="urn:microsoft.com/office/officeart/2005/8/layout/hierarchy4"/>
    <dgm:cxn modelId="{A2530756-5975-474E-BFE8-A52646CB4D97}" type="presParOf" srcId="{AE01023F-D061-4FE3-A338-8AB4623BBE1F}" destId="{1D67333B-424B-40BC-ADE3-F2A7C3AEB730}" srcOrd="2" destOrd="0" presId="urn:microsoft.com/office/officeart/2005/8/layout/hierarchy4"/>
    <dgm:cxn modelId="{7F4C92E0-4432-4C9B-A4C9-F3EC649D0090}" type="presParOf" srcId="{1D67333B-424B-40BC-ADE3-F2A7C3AEB730}" destId="{686E1B96-FC74-4D99-A464-85C3AEF6CAA9}" srcOrd="0" destOrd="0" presId="urn:microsoft.com/office/officeart/2005/8/layout/hierarchy4"/>
    <dgm:cxn modelId="{5912E2CD-6112-4AEC-976F-47CFF78FA4B5}" type="presParOf" srcId="{1D67333B-424B-40BC-ADE3-F2A7C3AEB730}" destId="{97B361FA-05BA-428F-B7BC-003357E5A756}" srcOrd="1" destOrd="0" presId="urn:microsoft.com/office/officeart/2005/8/layout/hierarchy4"/>
    <dgm:cxn modelId="{C8DCF88D-E656-40CC-BD1E-8690CA344698}" type="presParOf" srcId="{1D67333B-424B-40BC-ADE3-F2A7C3AEB730}" destId="{DC037771-E57A-41AE-BA44-2F0075BA0183}" srcOrd="2" destOrd="0" presId="urn:microsoft.com/office/officeart/2005/8/layout/hierarchy4"/>
    <dgm:cxn modelId="{D583AF87-0CBA-44A3-B0A2-1645CEF62C55}" type="presParOf" srcId="{DC037771-E57A-41AE-BA44-2F0075BA0183}" destId="{33035B32-1C1E-41BC-819A-A24A69721563}" srcOrd="0" destOrd="0" presId="urn:microsoft.com/office/officeart/2005/8/layout/hierarchy4"/>
    <dgm:cxn modelId="{276796ED-3993-474C-ACFB-D55D2ECF27C7}" type="presParOf" srcId="{33035B32-1C1E-41BC-819A-A24A69721563}" destId="{23D4212C-3666-4E36-AB92-6AE66BD35C6D}" srcOrd="0" destOrd="0" presId="urn:microsoft.com/office/officeart/2005/8/layout/hierarchy4"/>
    <dgm:cxn modelId="{73DE4E00-07BC-4046-931B-F3ADCDA7E7AD}" type="presParOf" srcId="{33035B32-1C1E-41BC-819A-A24A69721563}" destId="{A9011B3A-355B-4427-8255-8D120021A83F}" srcOrd="1" destOrd="0" presId="urn:microsoft.com/office/officeart/2005/8/layout/hierarchy4"/>
    <dgm:cxn modelId="{0655576B-A668-46D1-A65F-50DCDD9583B1}" type="presParOf" srcId="{DC037771-E57A-41AE-BA44-2F0075BA0183}" destId="{5BDFF588-9FC0-4CCD-9D0D-249A14299F9D}" srcOrd="1" destOrd="0" presId="urn:microsoft.com/office/officeart/2005/8/layout/hierarchy4"/>
    <dgm:cxn modelId="{F82C786A-F014-425C-99F5-402748050778}" type="presParOf" srcId="{DC037771-E57A-41AE-BA44-2F0075BA0183}" destId="{C2F2ACF6-8B08-45A2-A528-51CEF524D9AD}" srcOrd="2" destOrd="0" presId="urn:microsoft.com/office/officeart/2005/8/layout/hierarchy4"/>
    <dgm:cxn modelId="{3A703097-6E2E-4376-9323-217F3D612108}" type="presParOf" srcId="{C2F2ACF6-8B08-45A2-A528-51CEF524D9AD}" destId="{E1707E22-DE73-4F69-8A71-93A0068651DB}" srcOrd="0" destOrd="0" presId="urn:microsoft.com/office/officeart/2005/8/layout/hierarchy4"/>
    <dgm:cxn modelId="{DBD8B1E9-6766-4302-B93A-A0B1E25166E3}" type="presParOf" srcId="{C2F2ACF6-8B08-45A2-A528-51CEF524D9AD}" destId="{E18FD152-0533-4AD8-89DA-84667ECFCEEC}" srcOrd="1" destOrd="0" presId="urn:microsoft.com/office/officeart/2005/8/layout/hierarchy4"/>
    <dgm:cxn modelId="{3EB14288-CE0F-4B13-96F2-35CA21FA4A6D}" type="presParOf" srcId="{AE01023F-D061-4FE3-A338-8AB4623BBE1F}" destId="{B6CAF660-3CD9-4096-8FCD-5CA1497AC5BE}" srcOrd="3" destOrd="0" presId="urn:microsoft.com/office/officeart/2005/8/layout/hierarchy4"/>
    <dgm:cxn modelId="{8F7D910A-B51C-4226-8FB9-BD2FA95A8C7E}" type="presParOf" srcId="{AE01023F-D061-4FE3-A338-8AB4623BBE1F}" destId="{6DEEA047-C073-46F2-AF6D-CE65FEB15370}" srcOrd="4" destOrd="0" presId="urn:microsoft.com/office/officeart/2005/8/layout/hierarchy4"/>
    <dgm:cxn modelId="{9FBB1D48-D414-44F7-95DF-2EF9314CC53E}" type="presParOf" srcId="{6DEEA047-C073-46F2-AF6D-CE65FEB15370}" destId="{32DA2544-D9E9-413B-9E35-56B258E07A4F}" srcOrd="0" destOrd="0" presId="urn:microsoft.com/office/officeart/2005/8/layout/hierarchy4"/>
    <dgm:cxn modelId="{7F49BDD5-A67A-415F-B6E5-066CD051F283}" type="presParOf" srcId="{6DEEA047-C073-46F2-AF6D-CE65FEB15370}" destId="{3F1CCBD2-1372-46AE-B2C9-1FF3BDAA3CB9}" srcOrd="1" destOrd="0" presId="urn:microsoft.com/office/officeart/2005/8/layout/hierarchy4"/>
    <dgm:cxn modelId="{E3A68629-E818-42E0-BDBA-1FAFB64948DE}" type="presParOf" srcId="{6DEEA047-C073-46F2-AF6D-CE65FEB15370}" destId="{FFA1594D-45BE-4D48-8CF3-84A0434106B1}" srcOrd="2" destOrd="0" presId="urn:microsoft.com/office/officeart/2005/8/layout/hierarchy4"/>
    <dgm:cxn modelId="{3F1675D6-B82F-4A08-B2EE-25A9F694A26F}" type="presParOf" srcId="{FFA1594D-45BE-4D48-8CF3-84A0434106B1}" destId="{FD5F390C-F797-425F-97C1-EE54D285E9AA}" srcOrd="0" destOrd="0" presId="urn:microsoft.com/office/officeart/2005/8/layout/hierarchy4"/>
    <dgm:cxn modelId="{6102C8ED-38AD-441D-89A6-FB206BAF5333}" type="presParOf" srcId="{FD5F390C-F797-425F-97C1-EE54D285E9AA}" destId="{2E430B2A-E67C-405D-AB5E-55D2C815AC07}" srcOrd="0" destOrd="0" presId="urn:microsoft.com/office/officeart/2005/8/layout/hierarchy4"/>
    <dgm:cxn modelId="{184E2AF5-52EB-43FA-B902-BC487D0170BF}" type="presParOf" srcId="{FD5F390C-F797-425F-97C1-EE54D285E9AA}" destId="{CC910D56-166C-40BB-AF89-EC0F60F3D8A9}" srcOrd="1" destOrd="0" presId="urn:microsoft.com/office/officeart/2005/8/layout/hierarchy4"/>
    <dgm:cxn modelId="{96717327-481C-49E6-A0EA-B951AB866B66}" type="presParOf" srcId="{AE01023F-D061-4FE3-A338-8AB4623BBE1F}" destId="{80FA3489-107A-41BF-BB6A-E59C28124464}" srcOrd="5" destOrd="0" presId="urn:microsoft.com/office/officeart/2005/8/layout/hierarchy4"/>
    <dgm:cxn modelId="{E6E37294-0D59-49F6-90F2-2E78EF10FDD2}" type="presParOf" srcId="{AE01023F-D061-4FE3-A338-8AB4623BBE1F}" destId="{2E600CD8-F3DB-4375-A71A-B6951FB9B860}" srcOrd="6" destOrd="0" presId="urn:microsoft.com/office/officeart/2005/8/layout/hierarchy4"/>
    <dgm:cxn modelId="{92F4DEE2-A087-490A-91FF-991C952DCF9F}" type="presParOf" srcId="{2E600CD8-F3DB-4375-A71A-B6951FB9B860}" destId="{55AEDFD5-A587-486E-B898-DCC44D1E8604}" srcOrd="0" destOrd="0" presId="urn:microsoft.com/office/officeart/2005/8/layout/hierarchy4"/>
    <dgm:cxn modelId="{21337252-57F6-4CC2-B095-548FEDC8188A}" type="presParOf" srcId="{2E600CD8-F3DB-4375-A71A-B6951FB9B860}" destId="{03EA757B-34F0-4417-8623-3E3DA7883830}" srcOrd="1" destOrd="0" presId="urn:microsoft.com/office/officeart/2005/8/layout/hierarchy4"/>
    <dgm:cxn modelId="{DD2E1BE0-469B-4858-9261-7B80073B4420}" type="presParOf" srcId="{2E600CD8-F3DB-4375-A71A-B6951FB9B860}" destId="{042103F6-DCBE-481D-AA08-D6C2C4F8F626}" srcOrd="2" destOrd="0" presId="urn:microsoft.com/office/officeart/2005/8/layout/hierarchy4"/>
    <dgm:cxn modelId="{2524A2D4-A53D-4B23-A70C-E5FC9368CC47}" type="presParOf" srcId="{042103F6-DCBE-481D-AA08-D6C2C4F8F626}" destId="{B5F4EC02-56EF-44F9-B4F7-3D88195B7901}" srcOrd="0" destOrd="0" presId="urn:microsoft.com/office/officeart/2005/8/layout/hierarchy4"/>
    <dgm:cxn modelId="{BD70165D-0AF3-4ECA-9115-15291672F128}" type="presParOf" srcId="{B5F4EC02-56EF-44F9-B4F7-3D88195B7901}" destId="{3479CE97-527C-461B-8EAE-E3B9179DC551}" srcOrd="0" destOrd="0" presId="urn:microsoft.com/office/officeart/2005/8/layout/hierarchy4"/>
    <dgm:cxn modelId="{CF9FCFE1-8655-4843-83E8-72B15D9F2498}" type="presParOf" srcId="{B5F4EC02-56EF-44F9-B4F7-3D88195B7901}" destId="{86C704D0-8A17-416D-B6F0-08109998322A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4C71E53-1132-4A23-B92D-C69152871C1A}" type="doc">
      <dgm:prSet loTypeId="urn:microsoft.com/office/officeart/2008/layout/Squa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812090CC-BA1A-4ADC-B602-644190DD6FE8}">
      <dgm:prSet phldrT="[Texte]" phldr="0"/>
      <dgm:spPr/>
      <dgm:t>
        <a:bodyPr/>
        <a:lstStyle/>
        <a:p>
          <a:r>
            <a:rPr lang="fr-FR" dirty="0"/>
            <a:t>_</a:t>
          </a:r>
          <a:r>
            <a:rPr lang="fr-FR" dirty="0">
              <a:latin typeface="+mn-lt"/>
            </a:rPr>
            <a:t>id : </a:t>
          </a:r>
          <a:r>
            <a:rPr lang="fr-FR" dirty="0" err="1">
              <a:latin typeface="+mn-lt"/>
            </a:rPr>
            <a:t>ObjectId</a:t>
          </a:r>
          <a:endParaRPr lang="fr-FR" dirty="0">
            <a:latin typeface="+mn-lt"/>
          </a:endParaRPr>
        </a:p>
      </dgm:t>
    </dgm:pt>
    <dgm:pt modelId="{32A23D18-AAA7-4757-A24E-9085B2D3CD84}" type="parTrans" cxnId="{FD33D107-2E03-4CA0-95AC-3C76465B7EAF}">
      <dgm:prSet/>
      <dgm:spPr/>
      <dgm:t>
        <a:bodyPr/>
        <a:lstStyle/>
        <a:p>
          <a:endParaRPr lang="fr-FR"/>
        </a:p>
      </dgm:t>
    </dgm:pt>
    <dgm:pt modelId="{69843D96-090D-40FE-8BC0-2E917755BEF0}" type="sibTrans" cxnId="{FD33D107-2E03-4CA0-95AC-3C76465B7EAF}">
      <dgm:prSet/>
      <dgm:spPr/>
      <dgm:t>
        <a:bodyPr/>
        <a:lstStyle/>
        <a:p>
          <a:endParaRPr lang="fr-FR"/>
        </a:p>
      </dgm:t>
    </dgm:pt>
    <dgm:pt modelId="{2ECFCE3F-23A6-4118-96FE-794E76FAAEAC}">
      <dgm:prSet phldrT="[Texte]" phldr="0"/>
      <dgm:spPr/>
      <dgm:t>
        <a:bodyPr/>
        <a:lstStyle/>
        <a:p>
          <a:r>
            <a:rPr lang="fr-FR" dirty="0" err="1"/>
            <a:t>age</a:t>
          </a:r>
          <a:r>
            <a:rPr lang="fr-FR" dirty="0"/>
            <a:t> : </a:t>
          </a:r>
          <a:r>
            <a:rPr lang="fr-FR" dirty="0" err="1"/>
            <a:t>int</a:t>
          </a:r>
          <a:endParaRPr lang="fr-FR" dirty="0"/>
        </a:p>
      </dgm:t>
    </dgm:pt>
    <dgm:pt modelId="{31EC6B1F-EA65-4BF8-B3EA-3F3E6BAC7CFE}" type="parTrans" cxnId="{F5879693-E817-42AC-89EF-C83A9A75BD51}">
      <dgm:prSet/>
      <dgm:spPr/>
      <dgm:t>
        <a:bodyPr/>
        <a:lstStyle/>
        <a:p>
          <a:endParaRPr lang="fr-FR"/>
        </a:p>
      </dgm:t>
    </dgm:pt>
    <dgm:pt modelId="{C8691A4A-7C39-45EB-B7E2-E0AF8EFF01C0}" type="sibTrans" cxnId="{F5879693-E817-42AC-89EF-C83A9A75BD51}">
      <dgm:prSet/>
      <dgm:spPr/>
      <dgm:t>
        <a:bodyPr/>
        <a:lstStyle/>
        <a:p>
          <a:endParaRPr lang="fr-FR"/>
        </a:p>
      </dgm:t>
    </dgm:pt>
    <dgm:pt modelId="{0CD8E267-D4B2-4A4C-987F-B10C25D06084}">
      <dgm:prSet phldrT="[Texte]" phldr="0"/>
      <dgm:spPr/>
      <dgm:t>
        <a:bodyPr/>
        <a:lstStyle/>
        <a:p>
          <a:r>
            <a:rPr lang="fr-FR" dirty="0" err="1"/>
            <a:t>gender</a:t>
          </a:r>
          <a:r>
            <a:rPr lang="fr-FR" dirty="0"/>
            <a:t> : string</a:t>
          </a:r>
        </a:p>
      </dgm:t>
    </dgm:pt>
    <dgm:pt modelId="{DA14A57B-EFC6-45D5-B368-5BF015691231}" type="parTrans" cxnId="{98945CC8-5065-454F-B30F-73BE8090A5CB}">
      <dgm:prSet/>
      <dgm:spPr/>
      <dgm:t>
        <a:bodyPr/>
        <a:lstStyle/>
        <a:p>
          <a:endParaRPr lang="fr-FR"/>
        </a:p>
      </dgm:t>
    </dgm:pt>
    <dgm:pt modelId="{6C47D723-0748-4010-ACDC-9DF41D159F2D}" type="sibTrans" cxnId="{98945CC8-5065-454F-B30F-73BE8090A5CB}">
      <dgm:prSet/>
      <dgm:spPr/>
      <dgm:t>
        <a:bodyPr/>
        <a:lstStyle/>
        <a:p>
          <a:endParaRPr lang="fr-FR"/>
        </a:p>
      </dgm:t>
    </dgm:pt>
    <dgm:pt modelId="{CC85B9D1-62F9-465E-ABA1-563A76A0318C}">
      <dgm:prSet phldrT="[Texte]" phldr="0"/>
      <dgm:spPr/>
      <dgm:t>
        <a:bodyPr/>
        <a:lstStyle/>
        <a:p>
          <a:r>
            <a:rPr lang="fr-FR" dirty="0" err="1"/>
            <a:t>blood_type</a:t>
          </a:r>
          <a:r>
            <a:rPr lang="fr-FR" dirty="0"/>
            <a:t> : string</a:t>
          </a:r>
        </a:p>
      </dgm:t>
    </dgm:pt>
    <dgm:pt modelId="{874471EE-599C-4590-A4EF-1B415F071886}" type="parTrans" cxnId="{ED4BA144-DF12-4CAC-AB3F-C71A248DC042}">
      <dgm:prSet/>
      <dgm:spPr/>
      <dgm:t>
        <a:bodyPr/>
        <a:lstStyle/>
        <a:p>
          <a:endParaRPr lang="fr-FR"/>
        </a:p>
      </dgm:t>
    </dgm:pt>
    <dgm:pt modelId="{5243F363-BF13-4212-A922-361830CD96BF}" type="sibTrans" cxnId="{ED4BA144-DF12-4CAC-AB3F-C71A248DC042}">
      <dgm:prSet/>
      <dgm:spPr/>
      <dgm:t>
        <a:bodyPr/>
        <a:lstStyle/>
        <a:p>
          <a:endParaRPr lang="fr-FR"/>
        </a:p>
      </dgm:t>
    </dgm:pt>
    <dgm:pt modelId="{97C996FC-48D3-41A2-99F8-B796147B91CF}">
      <dgm:prSet phldrT="[Texte]" phldr="0"/>
      <dgm:spPr/>
      <dgm:t>
        <a:bodyPr/>
        <a:lstStyle/>
        <a:p>
          <a:r>
            <a:rPr lang="fr-FR" dirty="0" err="1"/>
            <a:t>medical_condition</a:t>
          </a:r>
          <a:r>
            <a:rPr lang="fr-FR" dirty="0"/>
            <a:t> : string</a:t>
          </a:r>
        </a:p>
      </dgm:t>
    </dgm:pt>
    <dgm:pt modelId="{B2E7B271-5BEA-45F0-9320-10718796EE1D}" type="parTrans" cxnId="{C0E5350A-0200-4D60-999F-300D4963B679}">
      <dgm:prSet/>
      <dgm:spPr/>
      <dgm:t>
        <a:bodyPr/>
        <a:lstStyle/>
        <a:p>
          <a:endParaRPr lang="fr-FR"/>
        </a:p>
      </dgm:t>
    </dgm:pt>
    <dgm:pt modelId="{612C7BD5-773F-44E5-B5E6-720CD1DABDDB}" type="sibTrans" cxnId="{C0E5350A-0200-4D60-999F-300D4963B679}">
      <dgm:prSet/>
      <dgm:spPr/>
      <dgm:t>
        <a:bodyPr/>
        <a:lstStyle/>
        <a:p>
          <a:endParaRPr lang="fr-FR"/>
        </a:p>
      </dgm:t>
    </dgm:pt>
    <dgm:pt modelId="{5B247570-E34F-45B2-BF91-20FBFD75AB6C}">
      <dgm:prSet phldrT="[Texte]" phldr="0"/>
      <dgm:spPr/>
      <dgm:t>
        <a:bodyPr/>
        <a:lstStyle/>
        <a:p>
          <a:r>
            <a:rPr lang="fr-FR" dirty="0" err="1"/>
            <a:t>date_of_admission</a:t>
          </a:r>
          <a:r>
            <a:rPr lang="fr-FR" dirty="0"/>
            <a:t> : date</a:t>
          </a:r>
        </a:p>
      </dgm:t>
    </dgm:pt>
    <dgm:pt modelId="{894D4D08-081E-450C-A736-A95B19B0EEA7}" type="parTrans" cxnId="{B0DA881B-8FBE-4299-A4B0-D70764C66BAA}">
      <dgm:prSet/>
      <dgm:spPr/>
      <dgm:t>
        <a:bodyPr/>
        <a:lstStyle/>
        <a:p>
          <a:endParaRPr lang="fr-FR"/>
        </a:p>
      </dgm:t>
    </dgm:pt>
    <dgm:pt modelId="{358ABBA8-E9E4-4D75-9510-37FF4C7641CE}" type="sibTrans" cxnId="{B0DA881B-8FBE-4299-A4B0-D70764C66BAA}">
      <dgm:prSet/>
      <dgm:spPr/>
      <dgm:t>
        <a:bodyPr/>
        <a:lstStyle/>
        <a:p>
          <a:endParaRPr lang="fr-FR"/>
        </a:p>
      </dgm:t>
    </dgm:pt>
    <dgm:pt modelId="{F691DBB4-42B2-4C1D-B7A6-BD1F2317BC15}">
      <dgm:prSet phldrT="[Texte]" phldr="0"/>
      <dgm:spPr/>
      <dgm:t>
        <a:bodyPr/>
        <a:lstStyle/>
        <a:p>
          <a:r>
            <a:rPr lang="fr-FR" dirty="0" err="1">
              <a:latin typeface="+mn-lt"/>
            </a:rPr>
            <a:t>name</a:t>
          </a:r>
          <a:r>
            <a:rPr lang="fr-FR" dirty="0">
              <a:latin typeface="+mn-lt"/>
            </a:rPr>
            <a:t> : string</a:t>
          </a:r>
        </a:p>
      </dgm:t>
    </dgm:pt>
    <dgm:pt modelId="{345FBB75-E7FE-4033-BECA-EFC964C3CC8C}" type="parTrans" cxnId="{165D57BF-975F-4F90-A903-2CA3D82F7B77}">
      <dgm:prSet/>
      <dgm:spPr/>
      <dgm:t>
        <a:bodyPr/>
        <a:lstStyle/>
        <a:p>
          <a:endParaRPr lang="fr-FR"/>
        </a:p>
      </dgm:t>
    </dgm:pt>
    <dgm:pt modelId="{D0F0D459-B3F3-4831-8CCB-72AE67F675F7}" type="sibTrans" cxnId="{165D57BF-975F-4F90-A903-2CA3D82F7B77}">
      <dgm:prSet/>
      <dgm:spPr/>
      <dgm:t>
        <a:bodyPr/>
        <a:lstStyle/>
        <a:p>
          <a:endParaRPr lang="fr-FR"/>
        </a:p>
      </dgm:t>
    </dgm:pt>
    <dgm:pt modelId="{78D045DA-9CD6-4E97-9CA6-75E01D5C8D8A}">
      <dgm:prSet phldrT="[Texte]" phldr="0"/>
      <dgm:spPr/>
      <dgm:t>
        <a:bodyPr/>
        <a:lstStyle/>
        <a:p>
          <a:r>
            <a:rPr lang="fr-FR" dirty="0" err="1"/>
            <a:t>doctor</a:t>
          </a:r>
          <a:r>
            <a:rPr lang="fr-FR" dirty="0"/>
            <a:t> : string</a:t>
          </a:r>
        </a:p>
      </dgm:t>
    </dgm:pt>
    <dgm:pt modelId="{EA45FDF7-C8C7-4967-B187-6B17A5A4D400}" type="parTrans" cxnId="{F4A94FD1-89BF-42E0-8622-21FE50E3B5F5}">
      <dgm:prSet/>
      <dgm:spPr/>
      <dgm:t>
        <a:bodyPr/>
        <a:lstStyle/>
        <a:p>
          <a:endParaRPr lang="fr-FR"/>
        </a:p>
      </dgm:t>
    </dgm:pt>
    <dgm:pt modelId="{5285A65F-696F-48EF-8A39-E27384F9C177}" type="sibTrans" cxnId="{F4A94FD1-89BF-42E0-8622-21FE50E3B5F5}">
      <dgm:prSet/>
      <dgm:spPr/>
      <dgm:t>
        <a:bodyPr/>
        <a:lstStyle/>
        <a:p>
          <a:endParaRPr lang="fr-FR"/>
        </a:p>
      </dgm:t>
    </dgm:pt>
    <dgm:pt modelId="{23CBB95E-284C-444C-BE1A-0813B54E57E8}">
      <dgm:prSet phldrT="[Texte]" phldr="0"/>
      <dgm:spPr/>
      <dgm:t>
        <a:bodyPr/>
        <a:lstStyle/>
        <a:p>
          <a:r>
            <a:rPr lang="fr-FR" dirty="0" err="1"/>
            <a:t>hospital</a:t>
          </a:r>
          <a:r>
            <a:rPr lang="fr-FR" dirty="0"/>
            <a:t> : string</a:t>
          </a:r>
        </a:p>
      </dgm:t>
    </dgm:pt>
    <dgm:pt modelId="{9FD266F2-E9E3-441C-9C66-006EDF3822F9}" type="parTrans" cxnId="{B8313CDF-1CCE-41A2-9B27-43A556637053}">
      <dgm:prSet/>
      <dgm:spPr/>
      <dgm:t>
        <a:bodyPr/>
        <a:lstStyle/>
        <a:p>
          <a:endParaRPr lang="fr-FR"/>
        </a:p>
      </dgm:t>
    </dgm:pt>
    <dgm:pt modelId="{0F1C5E01-E64B-4A13-B240-954667FE7A2F}" type="sibTrans" cxnId="{B8313CDF-1CCE-41A2-9B27-43A556637053}">
      <dgm:prSet/>
      <dgm:spPr/>
      <dgm:t>
        <a:bodyPr/>
        <a:lstStyle/>
        <a:p>
          <a:endParaRPr lang="fr-FR"/>
        </a:p>
      </dgm:t>
    </dgm:pt>
    <dgm:pt modelId="{E2634FB0-54F1-4711-83A6-3ECD5C1D6067}">
      <dgm:prSet phldrT="[Texte]" phldr="0"/>
      <dgm:spPr/>
      <dgm:t>
        <a:bodyPr/>
        <a:lstStyle/>
        <a:p>
          <a:r>
            <a:rPr lang="fr-FR" dirty="0" err="1"/>
            <a:t>insurance_provider</a:t>
          </a:r>
          <a:r>
            <a:rPr lang="fr-FR" dirty="0"/>
            <a:t> : string</a:t>
          </a:r>
        </a:p>
      </dgm:t>
    </dgm:pt>
    <dgm:pt modelId="{CCD20D74-9AD1-4F3C-B0E3-600A41EC8479}" type="parTrans" cxnId="{6205078E-ECDF-40F2-9C8B-00549CC00C2F}">
      <dgm:prSet/>
      <dgm:spPr/>
      <dgm:t>
        <a:bodyPr/>
        <a:lstStyle/>
        <a:p>
          <a:endParaRPr lang="fr-FR"/>
        </a:p>
      </dgm:t>
    </dgm:pt>
    <dgm:pt modelId="{297CD294-4BA9-401C-98A3-9CC03347D6D2}" type="sibTrans" cxnId="{6205078E-ECDF-40F2-9C8B-00549CC00C2F}">
      <dgm:prSet/>
      <dgm:spPr/>
      <dgm:t>
        <a:bodyPr/>
        <a:lstStyle/>
        <a:p>
          <a:endParaRPr lang="fr-FR"/>
        </a:p>
      </dgm:t>
    </dgm:pt>
    <dgm:pt modelId="{F662C0BD-557E-4FA0-B428-AE8394127D99}">
      <dgm:prSet phldrT="[Texte]" phldr="0"/>
      <dgm:spPr/>
      <dgm:t>
        <a:bodyPr/>
        <a:lstStyle/>
        <a:p>
          <a:r>
            <a:rPr lang="fr-FR" dirty="0" err="1"/>
            <a:t>billing_amount</a:t>
          </a:r>
          <a:r>
            <a:rPr lang="fr-FR" dirty="0"/>
            <a:t> : </a:t>
          </a:r>
          <a:r>
            <a:rPr lang="fr-FR" dirty="0" err="1"/>
            <a:t>float</a:t>
          </a:r>
          <a:endParaRPr lang="fr-FR" dirty="0"/>
        </a:p>
      </dgm:t>
    </dgm:pt>
    <dgm:pt modelId="{4616FB09-C68F-4A2B-BCBA-B07290C40A13}" type="parTrans" cxnId="{E2992AC7-A3AC-48C1-BD3D-9F83D83EB9E9}">
      <dgm:prSet/>
      <dgm:spPr/>
      <dgm:t>
        <a:bodyPr/>
        <a:lstStyle/>
        <a:p>
          <a:endParaRPr lang="fr-FR"/>
        </a:p>
      </dgm:t>
    </dgm:pt>
    <dgm:pt modelId="{26073B69-2C08-4040-9B6A-08D0972251B6}" type="sibTrans" cxnId="{E2992AC7-A3AC-48C1-BD3D-9F83D83EB9E9}">
      <dgm:prSet/>
      <dgm:spPr/>
      <dgm:t>
        <a:bodyPr/>
        <a:lstStyle/>
        <a:p>
          <a:endParaRPr lang="fr-FR"/>
        </a:p>
      </dgm:t>
    </dgm:pt>
    <dgm:pt modelId="{5C6D316D-1256-42AA-B2BE-436E469CE995}">
      <dgm:prSet phldrT="[Texte]" phldr="0"/>
      <dgm:spPr/>
      <dgm:t>
        <a:bodyPr/>
        <a:lstStyle/>
        <a:p>
          <a:r>
            <a:rPr lang="fr-FR" dirty="0" err="1"/>
            <a:t>room_number</a:t>
          </a:r>
          <a:r>
            <a:rPr lang="fr-FR" dirty="0"/>
            <a:t> : </a:t>
          </a:r>
          <a:r>
            <a:rPr lang="fr-FR" dirty="0" err="1"/>
            <a:t>int</a:t>
          </a:r>
          <a:endParaRPr lang="fr-FR" dirty="0"/>
        </a:p>
      </dgm:t>
    </dgm:pt>
    <dgm:pt modelId="{531006CE-B9E5-4EA7-A63F-4EB097D730B9}" type="parTrans" cxnId="{88D090BE-616A-439A-B943-58DC2834E6C4}">
      <dgm:prSet/>
      <dgm:spPr/>
      <dgm:t>
        <a:bodyPr/>
        <a:lstStyle/>
        <a:p>
          <a:endParaRPr lang="fr-FR"/>
        </a:p>
      </dgm:t>
    </dgm:pt>
    <dgm:pt modelId="{AA5241EC-1FA8-4D28-89B8-D6DF63CF00A4}" type="sibTrans" cxnId="{88D090BE-616A-439A-B943-58DC2834E6C4}">
      <dgm:prSet/>
      <dgm:spPr/>
      <dgm:t>
        <a:bodyPr/>
        <a:lstStyle/>
        <a:p>
          <a:endParaRPr lang="fr-FR"/>
        </a:p>
      </dgm:t>
    </dgm:pt>
    <dgm:pt modelId="{98712C8F-9D73-4B7B-8D62-61422476A447}">
      <dgm:prSet phldrT="[Texte]" phldr="0"/>
      <dgm:spPr/>
      <dgm:t>
        <a:bodyPr/>
        <a:lstStyle/>
        <a:p>
          <a:r>
            <a:rPr lang="fr-FR" dirty="0" err="1"/>
            <a:t>admission_type</a:t>
          </a:r>
          <a:r>
            <a:rPr lang="fr-FR" dirty="0"/>
            <a:t> : string</a:t>
          </a:r>
        </a:p>
      </dgm:t>
    </dgm:pt>
    <dgm:pt modelId="{618D20E1-173A-417C-897A-DC68A4DEBC4B}" type="parTrans" cxnId="{8C7ADF64-C55B-441B-8EEC-E91BCD77DADD}">
      <dgm:prSet/>
      <dgm:spPr/>
      <dgm:t>
        <a:bodyPr/>
        <a:lstStyle/>
        <a:p>
          <a:endParaRPr lang="fr-FR"/>
        </a:p>
      </dgm:t>
    </dgm:pt>
    <dgm:pt modelId="{01BB5B0E-7439-426A-B2DC-9C7476F7F0A1}" type="sibTrans" cxnId="{8C7ADF64-C55B-441B-8EEC-E91BCD77DADD}">
      <dgm:prSet/>
      <dgm:spPr/>
      <dgm:t>
        <a:bodyPr/>
        <a:lstStyle/>
        <a:p>
          <a:endParaRPr lang="fr-FR"/>
        </a:p>
      </dgm:t>
    </dgm:pt>
    <dgm:pt modelId="{F5EFCE2A-3F09-4D45-BD3F-E4A5163EE2A1}">
      <dgm:prSet phldrT="[Texte]" phldr="0"/>
      <dgm:spPr/>
      <dgm:t>
        <a:bodyPr/>
        <a:lstStyle/>
        <a:p>
          <a:r>
            <a:rPr lang="fr-FR" dirty="0" err="1"/>
            <a:t>discharge_date</a:t>
          </a:r>
          <a:r>
            <a:rPr lang="fr-FR" dirty="0"/>
            <a:t> : date</a:t>
          </a:r>
        </a:p>
      </dgm:t>
    </dgm:pt>
    <dgm:pt modelId="{2B827739-8C45-40DD-9BB3-F14443F8CCD6}" type="parTrans" cxnId="{A0ED58AE-4519-4403-9FFE-881813ECA119}">
      <dgm:prSet/>
      <dgm:spPr/>
      <dgm:t>
        <a:bodyPr/>
        <a:lstStyle/>
        <a:p>
          <a:endParaRPr lang="fr-FR"/>
        </a:p>
      </dgm:t>
    </dgm:pt>
    <dgm:pt modelId="{A7C41CA1-E5E3-4811-A24C-FB8D84E2A647}" type="sibTrans" cxnId="{A0ED58AE-4519-4403-9FFE-881813ECA119}">
      <dgm:prSet/>
      <dgm:spPr/>
      <dgm:t>
        <a:bodyPr/>
        <a:lstStyle/>
        <a:p>
          <a:endParaRPr lang="fr-FR"/>
        </a:p>
      </dgm:t>
    </dgm:pt>
    <dgm:pt modelId="{4531FB21-68C7-41DF-83DA-A990E5AA0F19}">
      <dgm:prSet phldrT="[Texte]" phldr="0"/>
      <dgm:spPr/>
      <dgm:t>
        <a:bodyPr/>
        <a:lstStyle/>
        <a:p>
          <a:r>
            <a:rPr lang="fr-FR" dirty="0" err="1"/>
            <a:t>medication</a:t>
          </a:r>
          <a:r>
            <a:rPr lang="fr-FR" dirty="0"/>
            <a:t> : string</a:t>
          </a:r>
        </a:p>
      </dgm:t>
    </dgm:pt>
    <dgm:pt modelId="{5AF7AF89-64B4-43DB-8534-12A7900EFD3F}" type="parTrans" cxnId="{CDBD49AF-3721-4E83-98B1-AAB61270ED6C}">
      <dgm:prSet/>
      <dgm:spPr/>
      <dgm:t>
        <a:bodyPr/>
        <a:lstStyle/>
        <a:p>
          <a:endParaRPr lang="fr-FR"/>
        </a:p>
      </dgm:t>
    </dgm:pt>
    <dgm:pt modelId="{1A1AE89A-B86F-4942-9EB0-930CB950A114}" type="sibTrans" cxnId="{CDBD49AF-3721-4E83-98B1-AAB61270ED6C}">
      <dgm:prSet/>
      <dgm:spPr/>
      <dgm:t>
        <a:bodyPr/>
        <a:lstStyle/>
        <a:p>
          <a:endParaRPr lang="fr-FR"/>
        </a:p>
      </dgm:t>
    </dgm:pt>
    <dgm:pt modelId="{967B50C8-B4DB-4D86-9E0C-79F4CA87D686}">
      <dgm:prSet phldrT="[Texte]" phldr="0"/>
      <dgm:spPr/>
      <dgm:t>
        <a:bodyPr/>
        <a:lstStyle/>
        <a:p>
          <a:r>
            <a:rPr lang="fr-FR"/>
            <a:t>test_results : string</a:t>
          </a:r>
          <a:endParaRPr lang="fr-FR" dirty="0"/>
        </a:p>
      </dgm:t>
    </dgm:pt>
    <dgm:pt modelId="{2649FEDB-A234-4614-88D8-1EAB6A2E18E5}" type="parTrans" cxnId="{2DC2E86F-BBFD-42E8-BA9C-D78F20FF8936}">
      <dgm:prSet/>
      <dgm:spPr/>
      <dgm:t>
        <a:bodyPr/>
        <a:lstStyle/>
        <a:p>
          <a:endParaRPr lang="fr-FR"/>
        </a:p>
      </dgm:t>
    </dgm:pt>
    <dgm:pt modelId="{63C9B289-57A8-43F7-83EF-9E150B265711}" type="sibTrans" cxnId="{2DC2E86F-BBFD-42E8-BA9C-D78F20FF8936}">
      <dgm:prSet/>
      <dgm:spPr/>
      <dgm:t>
        <a:bodyPr/>
        <a:lstStyle/>
        <a:p>
          <a:endParaRPr lang="fr-FR"/>
        </a:p>
      </dgm:t>
    </dgm:pt>
    <dgm:pt modelId="{6F64172F-B2BB-47DC-A32E-56CBB65B4697}">
      <dgm:prSet phldrT="[Texte]" phldr="0"/>
      <dgm:spPr/>
      <dgm:t>
        <a:bodyPr/>
        <a:lstStyle/>
        <a:p>
          <a:endParaRPr lang="fr-FR" dirty="0"/>
        </a:p>
      </dgm:t>
    </dgm:pt>
    <dgm:pt modelId="{3D462CA7-532E-424A-8802-540F99694A3B}" type="parTrans" cxnId="{9CBDD8C7-7474-4FA3-9CA0-72FD65962F71}">
      <dgm:prSet/>
      <dgm:spPr/>
      <dgm:t>
        <a:bodyPr/>
        <a:lstStyle/>
        <a:p>
          <a:endParaRPr lang="fr-FR"/>
        </a:p>
      </dgm:t>
    </dgm:pt>
    <dgm:pt modelId="{07FF3602-1680-476A-B989-C56C9E03ED6A}" type="sibTrans" cxnId="{9CBDD8C7-7474-4FA3-9CA0-72FD65962F71}">
      <dgm:prSet/>
      <dgm:spPr/>
      <dgm:t>
        <a:bodyPr/>
        <a:lstStyle/>
        <a:p>
          <a:endParaRPr lang="fr-FR"/>
        </a:p>
      </dgm:t>
    </dgm:pt>
    <dgm:pt modelId="{C95B35D6-5E61-4455-A382-1D447090F95D}">
      <dgm:prSet phldrT="[Texte]"/>
      <dgm:spPr/>
      <dgm:t>
        <a:bodyPr/>
        <a:lstStyle/>
        <a:p>
          <a:pPr algn="r"/>
          <a:endParaRPr lang="fr-FR" b="1" dirty="0"/>
        </a:p>
      </dgm:t>
    </dgm:pt>
    <dgm:pt modelId="{4EB6077D-6B53-4306-A2F3-DA92C64F0599}" type="sibTrans" cxnId="{3BB099A9-D0A7-43E3-A96C-D1E580D4E436}">
      <dgm:prSet/>
      <dgm:spPr/>
      <dgm:t>
        <a:bodyPr/>
        <a:lstStyle/>
        <a:p>
          <a:endParaRPr lang="fr-FR"/>
        </a:p>
      </dgm:t>
    </dgm:pt>
    <dgm:pt modelId="{A338AC9A-197E-4054-BAA4-98C2BFD9CF2A}" type="parTrans" cxnId="{3BB099A9-D0A7-43E3-A96C-D1E580D4E436}">
      <dgm:prSet/>
      <dgm:spPr/>
      <dgm:t>
        <a:bodyPr/>
        <a:lstStyle/>
        <a:p>
          <a:endParaRPr lang="fr-FR"/>
        </a:p>
      </dgm:t>
    </dgm:pt>
    <dgm:pt modelId="{925B5DDC-A0F0-4022-8310-33C338A5CA5B}" type="pres">
      <dgm:prSet presAssocID="{F4C71E53-1132-4A23-B92D-C69152871C1A}" presName="layout" presStyleCnt="0">
        <dgm:presLayoutVars>
          <dgm:chMax/>
          <dgm:chPref/>
          <dgm:dir/>
          <dgm:resizeHandles/>
        </dgm:presLayoutVars>
      </dgm:prSet>
      <dgm:spPr/>
    </dgm:pt>
    <dgm:pt modelId="{9740EC0C-5BD4-45B2-8CF8-69B480D305D6}" type="pres">
      <dgm:prSet presAssocID="{C95B35D6-5E61-4455-A382-1D447090F95D}" presName="root" presStyleCnt="0">
        <dgm:presLayoutVars>
          <dgm:chMax/>
          <dgm:chPref/>
        </dgm:presLayoutVars>
      </dgm:prSet>
      <dgm:spPr/>
    </dgm:pt>
    <dgm:pt modelId="{3EEAF5D9-F5DF-4C72-B987-9F7175EA136C}" type="pres">
      <dgm:prSet presAssocID="{C95B35D6-5E61-4455-A382-1D447090F95D}" presName="rootComposite" presStyleCnt="0">
        <dgm:presLayoutVars/>
      </dgm:prSet>
      <dgm:spPr/>
    </dgm:pt>
    <dgm:pt modelId="{73A64955-8560-4A6A-88D8-61E7806B96BF}" type="pres">
      <dgm:prSet presAssocID="{C95B35D6-5E61-4455-A382-1D447090F95D}" presName="ParentAccent" presStyleLbl="alignNode1" presStyleIdx="0" presStyleCnt="2"/>
      <dgm:spPr/>
    </dgm:pt>
    <dgm:pt modelId="{5752538E-9BCE-4F6B-B33C-812F38C9D2BD}" type="pres">
      <dgm:prSet presAssocID="{C95B35D6-5E61-4455-A382-1D447090F95D}" presName="ParentSmallAccent" presStyleLbl="fgAcc1" presStyleIdx="0" presStyleCnt="2"/>
      <dgm:spPr/>
    </dgm:pt>
    <dgm:pt modelId="{63F0DEAE-7209-4149-BF5C-29C05B69D427}" type="pres">
      <dgm:prSet presAssocID="{C95B35D6-5E61-4455-A382-1D447090F95D}" presName="Parent" presStyleLbl="revTx" presStyleIdx="0" presStyleCnt="18">
        <dgm:presLayoutVars>
          <dgm:chMax/>
          <dgm:chPref val="4"/>
          <dgm:bulletEnabled val="1"/>
        </dgm:presLayoutVars>
      </dgm:prSet>
      <dgm:spPr/>
    </dgm:pt>
    <dgm:pt modelId="{43AA092E-2B0F-42A8-ABA6-BF44C7087FC9}" type="pres">
      <dgm:prSet presAssocID="{C95B35D6-5E61-4455-A382-1D447090F95D}" presName="childShape" presStyleCnt="0">
        <dgm:presLayoutVars>
          <dgm:chMax val="0"/>
          <dgm:chPref val="0"/>
        </dgm:presLayoutVars>
      </dgm:prSet>
      <dgm:spPr/>
    </dgm:pt>
    <dgm:pt modelId="{307AD7FB-A321-4E66-8778-358E3F9D97A2}" type="pres">
      <dgm:prSet presAssocID="{812090CC-BA1A-4ADC-B602-644190DD6FE8}" presName="childComposite" presStyleCnt="0">
        <dgm:presLayoutVars>
          <dgm:chMax val="0"/>
          <dgm:chPref val="0"/>
        </dgm:presLayoutVars>
      </dgm:prSet>
      <dgm:spPr/>
    </dgm:pt>
    <dgm:pt modelId="{AA8A889F-93DB-4AEB-AE28-BA8D95FAD937}" type="pres">
      <dgm:prSet presAssocID="{812090CC-BA1A-4ADC-B602-644190DD6FE8}" presName="ChildAccent" presStyleLbl="solidFgAcc1" presStyleIdx="0" presStyleCnt="16"/>
      <dgm:spPr/>
    </dgm:pt>
    <dgm:pt modelId="{91DF395B-6517-4CB4-87F6-71E05066E701}" type="pres">
      <dgm:prSet presAssocID="{812090CC-BA1A-4ADC-B602-644190DD6FE8}" presName="Child" presStyleLbl="revTx" presStyleIdx="1" presStyleCnt="18">
        <dgm:presLayoutVars>
          <dgm:chMax val="0"/>
          <dgm:chPref val="0"/>
          <dgm:bulletEnabled val="1"/>
        </dgm:presLayoutVars>
      </dgm:prSet>
      <dgm:spPr/>
    </dgm:pt>
    <dgm:pt modelId="{30208BEB-B1A3-4D0B-BCF7-02542DAEAA50}" type="pres">
      <dgm:prSet presAssocID="{F691DBB4-42B2-4C1D-B7A6-BD1F2317BC15}" presName="childComposite" presStyleCnt="0">
        <dgm:presLayoutVars>
          <dgm:chMax val="0"/>
          <dgm:chPref val="0"/>
        </dgm:presLayoutVars>
      </dgm:prSet>
      <dgm:spPr/>
    </dgm:pt>
    <dgm:pt modelId="{A88E1F57-C6C7-4863-9E31-3F09CA6B9236}" type="pres">
      <dgm:prSet presAssocID="{F691DBB4-42B2-4C1D-B7A6-BD1F2317BC15}" presName="ChildAccent" presStyleLbl="solidFgAcc1" presStyleIdx="1" presStyleCnt="16"/>
      <dgm:spPr>
        <a:solidFill>
          <a:srgbClr val="00B050"/>
        </a:solidFill>
      </dgm:spPr>
    </dgm:pt>
    <dgm:pt modelId="{8CAD3227-C886-4C7F-822D-50DDBC325347}" type="pres">
      <dgm:prSet presAssocID="{F691DBB4-42B2-4C1D-B7A6-BD1F2317BC15}" presName="Child" presStyleLbl="revTx" presStyleIdx="2" presStyleCnt="18">
        <dgm:presLayoutVars>
          <dgm:chMax val="0"/>
          <dgm:chPref val="0"/>
          <dgm:bulletEnabled val="1"/>
        </dgm:presLayoutVars>
      </dgm:prSet>
      <dgm:spPr/>
    </dgm:pt>
    <dgm:pt modelId="{6A573FCB-5C87-45DC-9E85-19CDF44B14B4}" type="pres">
      <dgm:prSet presAssocID="{2ECFCE3F-23A6-4118-96FE-794E76FAAEAC}" presName="childComposite" presStyleCnt="0">
        <dgm:presLayoutVars>
          <dgm:chMax val="0"/>
          <dgm:chPref val="0"/>
        </dgm:presLayoutVars>
      </dgm:prSet>
      <dgm:spPr/>
    </dgm:pt>
    <dgm:pt modelId="{D016711E-4A5E-4444-B69D-7D83A921ECC9}" type="pres">
      <dgm:prSet presAssocID="{2ECFCE3F-23A6-4118-96FE-794E76FAAEAC}" presName="ChildAccent" presStyleLbl="solidFgAcc1" presStyleIdx="2" presStyleCnt="16"/>
      <dgm:spPr/>
    </dgm:pt>
    <dgm:pt modelId="{5BB98F7E-DE04-43C1-AC7E-9BB292EC59CB}" type="pres">
      <dgm:prSet presAssocID="{2ECFCE3F-23A6-4118-96FE-794E76FAAEAC}" presName="Child" presStyleLbl="revTx" presStyleIdx="3" presStyleCnt="18">
        <dgm:presLayoutVars>
          <dgm:chMax val="0"/>
          <dgm:chPref val="0"/>
          <dgm:bulletEnabled val="1"/>
        </dgm:presLayoutVars>
      </dgm:prSet>
      <dgm:spPr/>
    </dgm:pt>
    <dgm:pt modelId="{03B49AA5-F0FE-4983-8752-4A6D863E6D48}" type="pres">
      <dgm:prSet presAssocID="{0CD8E267-D4B2-4A4C-987F-B10C25D06084}" presName="childComposite" presStyleCnt="0">
        <dgm:presLayoutVars>
          <dgm:chMax val="0"/>
          <dgm:chPref val="0"/>
        </dgm:presLayoutVars>
      </dgm:prSet>
      <dgm:spPr/>
    </dgm:pt>
    <dgm:pt modelId="{920C68EB-7F16-41F4-BE58-41B1D8FC671E}" type="pres">
      <dgm:prSet presAssocID="{0CD8E267-D4B2-4A4C-987F-B10C25D06084}" presName="ChildAccent" presStyleLbl="solidFgAcc1" presStyleIdx="3" presStyleCnt="16"/>
      <dgm:spPr/>
    </dgm:pt>
    <dgm:pt modelId="{40723231-9225-4B96-B5A7-C665D0AD2182}" type="pres">
      <dgm:prSet presAssocID="{0CD8E267-D4B2-4A4C-987F-B10C25D06084}" presName="Child" presStyleLbl="revTx" presStyleIdx="4" presStyleCnt="18">
        <dgm:presLayoutVars>
          <dgm:chMax val="0"/>
          <dgm:chPref val="0"/>
          <dgm:bulletEnabled val="1"/>
        </dgm:presLayoutVars>
      </dgm:prSet>
      <dgm:spPr/>
    </dgm:pt>
    <dgm:pt modelId="{862A291F-7E77-4B2B-983F-CF0E0A2DEB04}" type="pres">
      <dgm:prSet presAssocID="{CC85B9D1-62F9-465E-ABA1-563A76A0318C}" presName="childComposite" presStyleCnt="0">
        <dgm:presLayoutVars>
          <dgm:chMax val="0"/>
          <dgm:chPref val="0"/>
        </dgm:presLayoutVars>
      </dgm:prSet>
      <dgm:spPr/>
    </dgm:pt>
    <dgm:pt modelId="{786DD8C2-FC7A-442B-995E-41FCE33CDA28}" type="pres">
      <dgm:prSet presAssocID="{CC85B9D1-62F9-465E-ABA1-563A76A0318C}" presName="ChildAccent" presStyleLbl="solidFgAcc1" presStyleIdx="4" presStyleCnt="16"/>
      <dgm:spPr/>
    </dgm:pt>
    <dgm:pt modelId="{47C5F3C8-F1CB-4532-ACC1-57EDA20A791C}" type="pres">
      <dgm:prSet presAssocID="{CC85B9D1-62F9-465E-ABA1-563A76A0318C}" presName="Child" presStyleLbl="revTx" presStyleIdx="5" presStyleCnt="18">
        <dgm:presLayoutVars>
          <dgm:chMax val="0"/>
          <dgm:chPref val="0"/>
          <dgm:bulletEnabled val="1"/>
        </dgm:presLayoutVars>
      </dgm:prSet>
      <dgm:spPr/>
    </dgm:pt>
    <dgm:pt modelId="{D81500E4-4016-49E0-99D0-708F53B32F2A}" type="pres">
      <dgm:prSet presAssocID="{97C996FC-48D3-41A2-99F8-B796147B91CF}" presName="childComposite" presStyleCnt="0">
        <dgm:presLayoutVars>
          <dgm:chMax val="0"/>
          <dgm:chPref val="0"/>
        </dgm:presLayoutVars>
      </dgm:prSet>
      <dgm:spPr/>
    </dgm:pt>
    <dgm:pt modelId="{BE1AF460-C5CC-4A93-8880-F7867F9445D1}" type="pres">
      <dgm:prSet presAssocID="{97C996FC-48D3-41A2-99F8-B796147B91CF}" presName="ChildAccent" presStyleLbl="solidFgAcc1" presStyleIdx="5" presStyleCnt="16"/>
      <dgm:spPr>
        <a:solidFill>
          <a:srgbClr val="00B050"/>
        </a:solidFill>
      </dgm:spPr>
    </dgm:pt>
    <dgm:pt modelId="{83962F2A-8487-4157-BEB9-931A558A34C9}" type="pres">
      <dgm:prSet presAssocID="{97C996FC-48D3-41A2-99F8-B796147B91CF}" presName="Child" presStyleLbl="revTx" presStyleIdx="6" presStyleCnt="18">
        <dgm:presLayoutVars>
          <dgm:chMax val="0"/>
          <dgm:chPref val="0"/>
          <dgm:bulletEnabled val="1"/>
        </dgm:presLayoutVars>
      </dgm:prSet>
      <dgm:spPr/>
    </dgm:pt>
    <dgm:pt modelId="{FC0FB1A0-D12A-4ACF-8286-2308DFB0F419}" type="pres">
      <dgm:prSet presAssocID="{5B247570-E34F-45B2-BF91-20FBFD75AB6C}" presName="childComposite" presStyleCnt="0">
        <dgm:presLayoutVars>
          <dgm:chMax val="0"/>
          <dgm:chPref val="0"/>
        </dgm:presLayoutVars>
      </dgm:prSet>
      <dgm:spPr/>
    </dgm:pt>
    <dgm:pt modelId="{F3503FAF-19D5-4B41-B88F-952891152882}" type="pres">
      <dgm:prSet presAssocID="{5B247570-E34F-45B2-BF91-20FBFD75AB6C}" presName="ChildAccent" presStyleLbl="solidFgAcc1" presStyleIdx="6" presStyleCnt="16"/>
      <dgm:spPr>
        <a:solidFill>
          <a:srgbClr val="00B050"/>
        </a:solidFill>
      </dgm:spPr>
    </dgm:pt>
    <dgm:pt modelId="{2ACDA940-9644-43A5-AC47-9EB1EC1C1BD4}" type="pres">
      <dgm:prSet presAssocID="{5B247570-E34F-45B2-BF91-20FBFD75AB6C}" presName="Child" presStyleLbl="revTx" presStyleIdx="7" presStyleCnt="18">
        <dgm:presLayoutVars>
          <dgm:chMax val="0"/>
          <dgm:chPref val="0"/>
          <dgm:bulletEnabled val="1"/>
        </dgm:presLayoutVars>
      </dgm:prSet>
      <dgm:spPr/>
    </dgm:pt>
    <dgm:pt modelId="{6FFAC09A-C7B7-46A0-AD97-C959FE6BDA92}" type="pres">
      <dgm:prSet presAssocID="{78D045DA-9CD6-4E97-9CA6-75E01D5C8D8A}" presName="childComposite" presStyleCnt="0">
        <dgm:presLayoutVars>
          <dgm:chMax val="0"/>
          <dgm:chPref val="0"/>
        </dgm:presLayoutVars>
      </dgm:prSet>
      <dgm:spPr/>
    </dgm:pt>
    <dgm:pt modelId="{34AD4136-B591-42B8-9C30-3D077D5A2899}" type="pres">
      <dgm:prSet presAssocID="{78D045DA-9CD6-4E97-9CA6-75E01D5C8D8A}" presName="ChildAccent" presStyleLbl="solidFgAcc1" presStyleIdx="7" presStyleCnt="16"/>
      <dgm:spPr/>
    </dgm:pt>
    <dgm:pt modelId="{EA33BAEF-1B79-4BF1-AFCA-BD58E92C5927}" type="pres">
      <dgm:prSet presAssocID="{78D045DA-9CD6-4E97-9CA6-75E01D5C8D8A}" presName="Child" presStyleLbl="revTx" presStyleIdx="8" presStyleCnt="18">
        <dgm:presLayoutVars>
          <dgm:chMax val="0"/>
          <dgm:chPref val="0"/>
          <dgm:bulletEnabled val="1"/>
        </dgm:presLayoutVars>
      </dgm:prSet>
      <dgm:spPr/>
    </dgm:pt>
    <dgm:pt modelId="{A432DEC4-2426-4067-9786-41D29A6A6E3D}" type="pres">
      <dgm:prSet presAssocID="{6F64172F-B2BB-47DC-A32E-56CBB65B4697}" presName="root" presStyleCnt="0">
        <dgm:presLayoutVars>
          <dgm:chMax/>
          <dgm:chPref/>
        </dgm:presLayoutVars>
      </dgm:prSet>
      <dgm:spPr/>
    </dgm:pt>
    <dgm:pt modelId="{DA47842D-66D2-459B-BB0F-8665CB0749D3}" type="pres">
      <dgm:prSet presAssocID="{6F64172F-B2BB-47DC-A32E-56CBB65B4697}" presName="rootComposite" presStyleCnt="0">
        <dgm:presLayoutVars/>
      </dgm:prSet>
      <dgm:spPr/>
    </dgm:pt>
    <dgm:pt modelId="{A3E2CD6F-2BAB-4787-8088-810A41D93261}" type="pres">
      <dgm:prSet presAssocID="{6F64172F-B2BB-47DC-A32E-56CBB65B4697}" presName="ParentAccent" presStyleLbl="alignNode1" presStyleIdx="1" presStyleCnt="2" custLinFactNeighborX="-4941"/>
      <dgm:spPr/>
    </dgm:pt>
    <dgm:pt modelId="{15D51D74-761E-49F2-AAA2-6B4B6138CB79}" type="pres">
      <dgm:prSet presAssocID="{6F64172F-B2BB-47DC-A32E-56CBB65B4697}" presName="ParentSmallAccent" presStyleLbl="fgAcc1" presStyleIdx="1" presStyleCnt="2"/>
      <dgm:spPr/>
    </dgm:pt>
    <dgm:pt modelId="{0E7362CD-EFDC-4225-AA47-59DF24280B74}" type="pres">
      <dgm:prSet presAssocID="{6F64172F-B2BB-47DC-A32E-56CBB65B4697}" presName="Parent" presStyleLbl="revTx" presStyleIdx="9" presStyleCnt="18">
        <dgm:presLayoutVars>
          <dgm:chMax/>
          <dgm:chPref val="4"/>
          <dgm:bulletEnabled val="1"/>
        </dgm:presLayoutVars>
      </dgm:prSet>
      <dgm:spPr/>
    </dgm:pt>
    <dgm:pt modelId="{19AEBD6A-76B3-40CB-A8BC-47A5D4F3BC78}" type="pres">
      <dgm:prSet presAssocID="{6F64172F-B2BB-47DC-A32E-56CBB65B4697}" presName="childShape" presStyleCnt="0">
        <dgm:presLayoutVars>
          <dgm:chMax val="0"/>
          <dgm:chPref val="0"/>
        </dgm:presLayoutVars>
      </dgm:prSet>
      <dgm:spPr/>
    </dgm:pt>
    <dgm:pt modelId="{B7AEB66A-5FEA-4C34-8D8F-FD50E61EC82A}" type="pres">
      <dgm:prSet presAssocID="{23CBB95E-284C-444C-BE1A-0813B54E57E8}" presName="childComposite" presStyleCnt="0">
        <dgm:presLayoutVars>
          <dgm:chMax val="0"/>
          <dgm:chPref val="0"/>
        </dgm:presLayoutVars>
      </dgm:prSet>
      <dgm:spPr/>
    </dgm:pt>
    <dgm:pt modelId="{50864C3F-D9E4-4144-A74D-E04880E2E68A}" type="pres">
      <dgm:prSet presAssocID="{23CBB95E-284C-444C-BE1A-0813B54E57E8}" presName="ChildAccent" presStyleLbl="solidFgAcc1" presStyleIdx="8" presStyleCnt="16"/>
      <dgm:spPr>
        <a:solidFill>
          <a:srgbClr val="00B050"/>
        </a:solidFill>
      </dgm:spPr>
    </dgm:pt>
    <dgm:pt modelId="{ED7E435C-18C4-419C-9C71-08DE90FAD941}" type="pres">
      <dgm:prSet presAssocID="{23CBB95E-284C-444C-BE1A-0813B54E57E8}" presName="Child" presStyleLbl="revTx" presStyleIdx="10" presStyleCnt="18">
        <dgm:presLayoutVars>
          <dgm:chMax val="0"/>
          <dgm:chPref val="0"/>
          <dgm:bulletEnabled val="1"/>
        </dgm:presLayoutVars>
      </dgm:prSet>
      <dgm:spPr/>
    </dgm:pt>
    <dgm:pt modelId="{8B79B07C-A9AD-4FAC-9441-C33B1E6A9C2F}" type="pres">
      <dgm:prSet presAssocID="{E2634FB0-54F1-4711-83A6-3ECD5C1D6067}" presName="childComposite" presStyleCnt="0">
        <dgm:presLayoutVars>
          <dgm:chMax val="0"/>
          <dgm:chPref val="0"/>
        </dgm:presLayoutVars>
      </dgm:prSet>
      <dgm:spPr/>
    </dgm:pt>
    <dgm:pt modelId="{2AC9EE26-FC5D-49AA-BF24-51036CAC6CA3}" type="pres">
      <dgm:prSet presAssocID="{E2634FB0-54F1-4711-83A6-3ECD5C1D6067}" presName="ChildAccent" presStyleLbl="solidFgAcc1" presStyleIdx="9" presStyleCnt="16"/>
      <dgm:spPr/>
    </dgm:pt>
    <dgm:pt modelId="{FB300159-3E19-4262-9EF1-609234F4D024}" type="pres">
      <dgm:prSet presAssocID="{E2634FB0-54F1-4711-83A6-3ECD5C1D6067}" presName="Child" presStyleLbl="revTx" presStyleIdx="11" presStyleCnt="18">
        <dgm:presLayoutVars>
          <dgm:chMax val="0"/>
          <dgm:chPref val="0"/>
          <dgm:bulletEnabled val="1"/>
        </dgm:presLayoutVars>
      </dgm:prSet>
      <dgm:spPr/>
    </dgm:pt>
    <dgm:pt modelId="{71155A4E-705B-4EEA-A4CB-4AFEE89A0D65}" type="pres">
      <dgm:prSet presAssocID="{F662C0BD-557E-4FA0-B428-AE8394127D99}" presName="childComposite" presStyleCnt="0">
        <dgm:presLayoutVars>
          <dgm:chMax val="0"/>
          <dgm:chPref val="0"/>
        </dgm:presLayoutVars>
      </dgm:prSet>
      <dgm:spPr/>
    </dgm:pt>
    <dgm:pt modelId="{9F97F498-EB19-43F6-9376-3FB9C015ED56}" type="pres">
      <dgm:prSet presAssocID="{F662C0BD-557E-4FA0-B428-AE8394127D99}" presName="ChildAccent" presStyleLbl="solidFgAcc1" presStyleIdx="10" presStyleCnt="16"/>
      <dgm:spPr/>
    </dgm:pt>
    <dgm:pt modelId="{18F3E672-460A-4745-BA82-0EC46CEF38BD}" type="pres">
      <dgm:prSet presAssocID="{F662C0BD-557E-4FA0-B428-AE8394127D99}" presName="Child" presStyleLbl="revTx" presStyleIdx="12" presStyleCnt="18">
        <dgm:presLayoutVars>
          <dgm:chMax val="0"/>
          <dgm:chPref val="0"/>
          <dgm:bulletEnabled val="1"/>
        </dgm:presLayoutVars>
      </dgm:prSet>
      <dgm:spPr/>
    </dgm:pt>
    <dgm:pt modelId="{12973753-00ED-45B0-9EA0-0627D2AF7468}" type="pres">
      <dgm:prSet presAssocID="{5C6D316D-1256-42AA-B2BE-436E469CE995}" presName="childComposite" presStyleCnt="0">
        <dgm:presLayoutVars>
          <dgm:chMax val="0"/>
          <dgm:chPref val="0"/>
        </dgm:presLayoutVars>
      </dgm:prSet>
      <dgm:spPr/>
    </dgm:pt>
    <dgm:pt modelId="{CE539415-4E47-4D2C-A7FC-594542A9B702}" type="pres">
      <dgm:prSet presAssocID="{5C6D316D-1256-42AA-B2BE-436E469CE995}" presName="ChildAccent" presStyleLbl="solidFgAcc1" presStyleIdx="11" presStyleCnt="16"/>
      <dgm:spPr/>
    </dgm:pt>
    <dgm:pt modelId="{C9A5B6F6-D69E-4B0E-BD5F-96E9B47BBDE4}" type="pres">
      <dgm:prSet presAssocID="{5C6D316D-1256-42AA-B2BE-436E469CE995}" presName="Child" presStyleLbl="revTx" presStyleIdx="13" presStyleCnt="18">
        <dgm:presLayoutVars>
          <dgm:chMax val="0"/>
          <dgm:chPref val="0"/>
          <dgm:bulletEnabled val="1"/>
        </dgm:presLayoutVars>
      </dgm:prSet>
      <dgm:spPr/>
    </dgm:pt>
    <dgm:pt modelId="{AA6637FC-8014-4283-8428-D5D12F519B48}" type="pres">
      <dgm:prSet presAssocID="{98712C8F-9D73-4B7B-8D62-61422476A447}" presName="childComposite" presStyleCnt="0">
        <dgm:presLayoutVars>
          <dgm:chMax val="0"/>
          <dgm:chPref val="0"/>
        </dgm:presLayoutVars>
      </dgm:prSet>
      <dgm:spPr/>
    </dgm:pt>
    <dgm:pt modelId="{80B31469-8358-471A-B9D1-F5381ECA2D32}" type="pres">
      <dgm:prSet presAssocID="{98712C8F-9D73-4B7B-8D62-61422476A447}" presName="ChildAccent" presStyleLbl="solidFgAcc1" presStyleIdx="12" presStyleCnt="16"/>
      <dgm:spPr/>
    </dgm:pt>
    <dgm:pt modelId="{E57751F2-1347-41BB-8F60-9AD6C36AC4DB}" type="pres">
      <dgm:prSet presAssocID="{98712C8F-9D73-4B7B-8D62-61422476A447}" presName="Child" presStyleLbl="revTx" presStyleIdx="14" presStyleCnt="18">
        <dgm:presLayoutVars>
          <dgm:chMax val="0"/>
          <dgm:chPref val="0"/>
          <dgm:bulletEnabled val="1"/>
        </dgm:presLayoutVars>
      </dgm:prSet>
      <dgm:spPr/>
    </dgm:pt>
    <dgm:pt modelId="{1F11B0CF-A668-4F71-9EBF-D1BE9CDFF304}" type="pres">
      <dgm:prSet presAssocID="{F5EFCE2A-3F09-4D45-BD3F-E4A5163EE2A1}" presName="childComposite" presStyleCnt="0">
        <dgm:presLayoutVars>
          <dgm:chMax val="0"/>
          <dgm:chPref val="0"/>
        </dgm:presLayoutVars>
      </dgm:prSet>
      <dgm:spPr/>
    </dgm:pt>
    <dgm:pt modelId="{55398E44-2551-4436-A432-19186F8621BE}" type="pres">
      <dgm:prSet presAssocID="{F5EFCE2A-3F09-4D45-BD3F-E4A5163EE2A1}" presName="ChildAccent" presStyleLbl="solidFgAcc1" presStyleIdx="13" presStyleCnt="16"/>
      <dgm:spPr>
        <a:solidFill>
          <a:srgbClr val="00B050"/>
        </a:solidFill>
      </dgm:spPr>
    </dgm:pt>
    <dgm:pt modelId="{05DA767D-2C77-4AC1-B7E1-6BEEE0D3D40A}" type="pres">
      <dgm:prSet presAssocID="{F5EFCE2A-3F09-4D45-BD3F-E4A5163EE2A1}" presName="Child" presStyleLbl="revTx" presStyleIdx="15" presStyleCnt="18">
        <dgm:presLayoutVars>
          <dgm:chMax val="0"/>
          <dgm:chPref val="0"/>
          <dgm:bulletEnabled val="1"/>
        </dgm:presLayoutVars>
      </dgm:prSet>
      <dgm:spPr/>
    </dgm:pt>
    <dgm:pt modelId="{84B18594-5B03-4F87-9D96-24E1E0B829C7}" type="pres">
      <dgm:prSet presAssocID="{4531FB21-68C7-41DF-83DA-A990E5AA0F19}" presName="childComposite" presStyleCnt="0">
        <dgm:presLayoutVars>
          <dgm:chMax val="0"/>
          <dgm:chPref val="0"/>
        </dgm:presLayoutVars>
      </dgm:prSet>
      <dgm:spPr/>
    </dgm:pt>
    <dgm:pt modelId="{5CC1FED9-4EB0-4B58-A4CF-A6B68F751034}" type="pres">
      <dgm:prSet presAssocID="{4531FB21-68C7-41DF-83DA-A990E5AA0F19}" presName="ChildAccent" presStyleLbl="solidFgAcc1" presStyleIdx="14" presStyleCnt="16"/>
      <dgm:spPr/>
    </dgm:pt>
    <dgm:pt modelId="{139B57B2-CBE4-4E5B-87DB-FD640B2367D5}" type="pres">
      <dgm:prSet presAssocID="{4531FB21-68C7-41DF-83DA-A990E5AA0F19}" presName="Child" presStyleLbl="revTx" presStyleIdx="16" presStyleCnt="18">
        <dgm:presLayoutVars>
          <dgm:chMax val="0"/>
          <dgm:chPref val="0"/>
          <dgm:bulletEnabled val="1"/>
        </dgm:presLayoutVars>
      </dgm:prSet>
      <dgm:spPr/>
    </dgm:pt>
    <dgm:pt modelId="{703976E9-AB00-45DC-AE43-94A7E2E43840}" type="pres">
      <dgm:prSet presAssocID="{967B50C8-B4DB-4D86-9E0C-79F4CA87D686}" presName="childComposite" presStyleCnt="0">
        <dgm:presLayoutVars>
          <dgm:chMax val="0"/>
          <dgm:chPref val="0"/>
        </dgm:presLayoutVars>
      </dgm:prSet>
      <dgm:spPr/>
    </dgm:pt>
    <dgm:pt modelId="{3EB5FEC8-6D91-4512-B66D-99D6556175C1}" type="pres">
      <dgm:prSet presAssocID="{967B50C8-B4DB-4D86-9E0C-79F4CA87D686}" presName="ChildAccent" presStyleLbl="solidFgAcc1" presStyleIdx="15" presStyleCnt="16"/>
      <dgm:spPr/>
    </dgm:pt>
    <dgm:pt modelId="{B78DCA06-4C5C-4079-8897-FC7F5BC43585}" type="pres">
      <dgm:prSet presAssocID="{967B50C8-B4DB-4D86-9E0C-79F4CA87D686}" presName="Child" presStyleLbl="revTx" presStyleIdx="17" presStyleCnt="18">
        <dgm:presLayoutVars>
          <dgm:chMax val="0"/>
          <dgm:chPref val="0"/>
          <dgm:bulletEnabled val="1"/>
        </dgm:presLayoutVars>
      </dgm:prSet>
      <dgm:spPr/>
    </dgm:pt>
  </dgm:ptLst>
  <dgm:cxnLst>
    <dgm:cxn modelId="{FD33D107-2E03-4CA0-95AC-3C76465B7EAF}" srcId="{C95B35D6-5E61-4455-A382-1D447090F95D}" destId="{812090CC-BA1A-4ADC-B602-644190DD6FE8}" srcOrd="0" destOrd="0" parTransId="{32A23D18-AAA7-4757-A24E-9085B2D3CD84}" sibTransId="{69843D96-090D-40FE-8BC0-2E917755BEF0}"/>
    <dgm:cxn modelId="{C0E5350A-0200-4D60-999F-300D4963B679}" srcId="{C95B35D6-5E61-4455-A382-1D447090F95D}" destId="{97C996FC-48D3-41A2-99F8-B796147B91CF}" srcOrd="5" destOrd="0" parTransId="{B2E7B271-5BEA-45F0-9320-10718796EE1D}" sibTransId="{612C7BD5-773F-44E5-B5E6-720CD1DABDDB}"/>
    <dgm:cxn modelId="{B9AEB70C-2D83-4174-AFC9-A06AD5855F0D}" type="presOf" srcId="{F691DBB4-42B2-4C1D-B7A6-BD1F2317BC15}" destId="{8CAD3227-C886-4C7F-822D-50DDBC325347}" srcOrd="0" destOrd="0" presId="urn:microsoft.com/office/officeart/2008/layout/SquareAccentList"/>
    <dgm:cxn modelId="{A896C017-0CDF-4F95-846D-81F86866712F}" type="presOf" srcId="{78D045DA-9CD6-4E97-9CA6-75E01D5C8D8A}" destId="{EA33BAEF-1B79-4BF1-AFCA-BD58E92C5927}" srcOrd="0" destOrd="0" presId="urn:microsoft.com/office/officeart/2008/layout/SquareAccentList"/>
    <dgm:cxn modelId="{B0DA881B-8FBE-4299-A4B0-D70764C66BAA}" srcId="{C95B35D6-5E61-4455-A382-1D447090F95D}" destId="{5B247570-E34F-45B2-BF91-20FBFD75AB6C}" srcOrd="6" destOrd="0" parTransId="{894D4D08-081E-450C-A736-A95B19B0EEA7}" sibTransId="{358ABBA8-E9E4-4D75-9510-37FF4C7641CE}"/>
    <dgm:cxn modelId="{70C1EE27-851F-4736-8E56-2096968F2FA8}" type="presOf" srcId="{967B50C8-B4DB-4D86-9E0C-79F4CA87D686}" destId="{B78DCA06-4C5C-4079-8897-FC7F5BC43585}" srcOrd="0" destOrd="0" presId="urn:microsoft.com/office/officeart/2008/layout/SquareAccentList"/>
    <dgm:cxn modelId="{9EACD930-BB0B-4026-AD47-69CD64C10ACA}" type="presOf" srcId="{F662C0BD-557E-4FA0-B428-AE8394127D99}" destId="{18F3E672-460A-4745-BA82-0EC46CEF38BD}" srcOrd="0" destOrd="0" presId="urn:microsoft.com/office/officeart/2008/layout/SquareAccentList"/>
    <dgm:cxn modelId="{086AF031-493D-4943-8C20-300D193ECC0E}" type="presOf" srcId="{812090CC-BA1A-4ADC-B602-644190DD6FE8}" destId="{91DF395B-6517-4CB4-87F6-71E05066E701}" srcOrd="0" destOrd="0" presId="urn:microsoft.com/office/officeart/2008/layout/SquareAccentList"/>
    <dgm:cxn modelId="{592E313A-19AF-4842-9D9E-6D62CA042690}" type="presOf" srcId="{2ECFCE3F-23A6-4118-96FE-794E76FAAEAC}" destId="{5BB98F7E-DE04-43C1-AC7E-9BB292EC59CB}" srcOrd="0" destOrd="0" presId="urn:microsoft.com/office/officeart/2008/layout/SquareAccentList"/>
    <dgm:cxn modelId="{FFC39B5F-C236-4F7F-95AD-FE2574F40599}" type="presOf" srcId="{F5EFCE2A-3F09-4D45-BD3F-E4A5163EE2A1}" destId="{05DA767D-2C77-4AC1-B7E1-6BEEE0D3D40A}" srcOrd="0" destOrd="0" presId="urn:microsoft.com/office/officeart/2008/layout/SquareAccentList"/>
    <dgm:cxn modelId="{ED4BA144-DF12-4CAC-AB3F-C71A248DC042}" srcId="{C95B35D6-5E61-4455-A382-1D447090F95D}" destId="{CC85B9D1-62F9-465E-ABA1-563A76A0318C}" srcOrd="4" destOrd="0" parTransId="{874471EE-599C-4590-A4EF-1B415F071886}" sibTransId="{5243F363-BF13-4212-A922-361830CD96BF}"/>
    <dgm:cxn modelId="{8C7ADF64-C55B-441B-8EEC-E91BCD77DADD}" srcId="{6F64172F-B2BB-47DC-A32E-56CBB65B4697}" destId="{98712C8F-9D73-4B7B-8D62-61422476A447}" srcOrd="4" destOrd="0" parTransId="{618D20E1-173A-417C-897A-DC68A4DEBC4B}" sibTransId="{01BB5B0E-7439-426A-B2DC-9C7476F7F0A1}"/>
    <dgm:cxn modelId="{2DC2E86F-BBFD-42E8-BA9C-D78F20FF8936}" srcId="{6F64172F-B2BB-47DC-A32E-56CBB65B4697}" destId="{967B50C8-B4DB-4D86-9E0C-79F4CA87D686}" srcOrd="7" destOrd="0" parTransId="{2649FEDB-A234-4614-88D8-1EAB6A2E18E5}" sibTransId="{63C9B289-57A8-43F7-83EF-9E150B265711}"/>
    <dgm:cxn modelId="{3C1DE750-7CF0-45AB-8BE3-B613B4D5DF2F}" type="presOf" srcId="{6F64172F-B2BB-47DC-A32E-56CBB65B4697}" destId="{0E7362CD-EFDC-4225-AA47-59DF24280B74}" srcOrd="0" destOrd="0" presId="urn:microsoft.com/office/officeart/2008/layout/SquareAccentList"/>
    <dgm:cxn modelId="{B5B3B872-370C-41D5-92EC-8C09D3549760}" type="presOf" srcId="{E2634FB0-54F1-4711-83A6-3ECD5C1D6067}" destId="{FB300159-3E19-4262-9EF1-609234F4D024}" srcOrd="0" destOrd="0" presId="urn:microsoft.com/office/officeart/2008/layout/SquareAccentList"/>
    <dgm:cxn modelId="{7F9B3F76-8FE3-4E19-9AC6-72E02C6EABA0}" type="presOf" srcId="{5C6D316D-1256-42AA-B2BE-436E469CE995}" destId="{C9A5B6F6-D69E-4B0E-BD5F-96E9B47BBDE4}" srcOrd="0" destOrd="0" presId="urn:microsoft.com/office/officeart/2008/layout/SquareAccentList"/>
    <dgm:cxn modelId="{962A5359-36DB-43AB-9EFC-D7300E7AE572}" type="presOf" srcId="{5B247570-E34F-45B2-BF91-20FBFD75AB6C}" destId="{2ACDA940-9644-43A5-AC47-9EB1EC1C1BD4}" srcOrd="0" destOrd="0" presId="urn:microsoft.com/office/officeart/2008/layout/SquareAccentList"/>
    <dgm:cxn modelId="{9670E589-8145-46D8-B35C-A0E71FCD7E4D}" type="presOf" srcId="{CC85B9D1-62F9-465E-ABA1-563A76A0318C}" destId="{47C5F3C8-F1CB-4532-ACC1-57EDA20A791C}" srcOrd="0" destOrd="0" presId="urn:microsoft.com/office/officeart/2008/layout/SquareAccentList"/>
    <dgm:cxn modelId="{6205078E-ECDF-40F2-9C8B-00549CC00C2F}" srcId="{6F64172F-B2BB-47DC-A32E-56CBB65B4697}" destId="{E2634FB0-54F1-4711-83A6-3ECD5C1D6067}" srcOrd="1" destOrd="0" parTransId="{CCD20D74-9AD1-4F3C-B0E3-600A41EC8479}" sibTransId="{297CD294-4BA9-401C-98A3-9CC03347D6D2}"/>
    <dgm:cxn modelId="{F5879693-E817-42AC-89EF-C83A9A75BD51}" srcId="{C95B35D6-5E61-4455-A382-1D447090F95D}" destId="{2ECFCE3F-23A6-4118-96FE-794E76FAAEAC}" srcOrd="2" destOrd="0" parTransId="{31EC6B1F-EA65-4BF8-B3EA-3F3E6BAC7CFE}" sibTransId="{C8691A4A-7C39-45EB-B7E2-E0AF8EFF01C0}"/>
    <dgm:cxn modelId="{3BB099A9-D0A7-43E3-A96C-D1E580D4E436}" srcId="{F4C71E53-1132-4A23-B92D-C69152871C1A}" destId="{C95B35D6-5E61-4455-A382-1D447090F95D}" srcOrd="0" destOrd="0" parTransId="{A338AC9A-197E-4054-BAA4-98C2BFD9CF2A}" sibTransId="{4EB6077D-6B53-4306-A2F3-DA92C64F0599}"/>
    <dgm:cxn modelId="{A0ED58AE-4519-4403-9FFE-881813ECA119}" srcId="{6F64172F-B2BB-47DC-A32E-56CBB65B4697}" destId="{F5EFCE2A-3F09-4D45-BD3F-E4A5163EE2A1}" srcOrd="5" destOrd="0" parTransId="{2B827739-8C45-40DD-9BB3-F14443F8CCD6}" sibTransId="{A7C41CA1-E5E3-4811-A24C-FB8D84E2A647}"/>
    <dgm:cxn modelId="{CDBD49AF-3721-4E83-98B1-AAB61270ED6C}" srcId="{6F64172F-B2BB-47DC-A32E-56CBB65B4697}" destId="{4531FB21-68C7-41DF-83DA-A990E5AA0F19}" srcOrd="6" destOrd="0" parTransId="{5AF7AF89-64B4-43DB-8534-12A7900EFD3F}" sibTransId="{1A1AE89A-B86F-4942-9EB0-930CB950A114}"/>
    <dgm:cxn modelId="{5B7CDCB5-0FF2-40D4-9DEE-9C6F42B85A14}" type="presOf" srcId="{98712C8F-9D73-4B7B-8D62-61422476A447}" destId="{E57751F2-1347-41BB-8F60-9AD6C36AC4DB}" srcOrd="0" destOrd="0" presId="urn:microsoft.com/office/officeart/2008/layout/SquareAccentList"/>
    <dgm:cxn modelId="{88D090BE-616A-439A-B943-58DC2834E6C4}" srcId="{6F64172F-B2BB-47DC-A32E-56CBB65B4697}" destId="{5C6D316D-1256-42AA-B2BE-436E469CE995}" srcOrd="3" destOrd="0" parTransId="{531006CE-B9E5-4EA7-A63F-4EB097D730B9}" sibTransId="{AA5241EC-1FA8-4D28-89B8-D6DF63CF00A4}"/>
    <dgm:cxn modelId="{165D57BF-975F-4F90-A903-2CA3D82F7B77}" srcId="{C95B35D6-5E61-4455-A382-1D447090F95D}" destId="{F691DBB4-42B2-4C1D-B7A6-BD1F2317BC15}" srcOrd="1" destOrd="0" parTransId="{345FBB75-E7FE-4033-BECA-EFC964C3CC8C}" sibTransId="{D0F0D459-B3F3-4831-8CCB-72AE67F675F7}"/>
    <dgm:cxn modelId="{DD58B7C2-4BE8-4642-99F6-D4C9A9828CD4}" type="presOf" srcId="{F4C71E53-1132-4A23-B92D-C69152871C1A}" destId="{925B5DDC-A0F0-4022-8310-33C338A5CA5B}" srcOrd="0" destOrd="0" presId="urn:microsoft.com/office/officeart/2008/layout/SquareAccentList"/>
    <dgm:cxn modelId="{E2992AC7-A3AC-48C1-BD3D-9F83D83EB9E9}" srcId="{6F64172F-B2BB-47DC-A32E-56CBB65B4697}" destId="{F662C0BD-557E-4FA0-B428-AE8394127D99}" srcOrd="2" destOrd="0" parTransId="{4616FB09-C68F-4A2B-BCBA-B07290C40A13}" sibTransId="{26073B69-2C08-4040-9B6A-08D0972251B6}"/>
    <dgm:cxn modelId="{9CBDD8C7-7474-4FA3-9CA0-72FD65962F71}" srcId="{F4C71E53-1132-4A23-B92D-C69152871C1A}" destId="{6F64172F-B2BB-47DC-A32E-56CBB65B4697}" srcOrd="1" destOrd="0" parTransId="{3D462CA7-532E-424A-8802-540F99694A3B}" sibTransId="{07FF3602-1680-476A-B989-C56C9E03ED6A}"/>
    <dgm:cxn modelId="{98945CC8-5065-454F-B30F-73BE8090A5CB}" srcId="{C95B35D6-5E61-4455-A382-1D447090F95D}" destId="{0CD8E267-D4B2-4A4C-987F-B10C25D06084}" srcOrd="3" destOrd="0" parTransId="{DA14A57B-EFC6-45D5-B368-5BF015691231}" sibTransId="{6C47D723-0748-4010-ACDC-9DF41D159F2D}"/>
    <dgm:cxn modelId="{77A30CC9-F8E2-41D2-BD92-8E96A989BE19}" type="presOf" srcId="{23CBB95E-284C-444C-BE1A-0813B54E57E8}" destId="{ED7E435C-18C4-419C-9C71-08DE90FAD941}" srcOrd="0" destOrd="0" presId="urn:microsoft.com/office/officeart/2008/layout/SquareAccentList"/>
    <dgm:cxn modelId="{F4A94FD1-89BF-42E0-8622-21FE50E3B5F5}" srcId="{C95B35D6-5E61-4455-A382-1D447090F95D}" destId="{78D045DA-9CD6-4E97-9CA6-75E01D5C8D8A}" srcOrd="7" destOrd="0" parTransId="{EA45FDF7-C8C7-4967-B187-6B17A5A4D400}" sibTransId="{5285A65F-696F-48EF-8A39-E27384F9C177}"/>
    <dgm:cxn modelId="{B8313CDF-1CCE-41A2-9B27-43A556637053}" srcId="{6F64172F-B2BB-47DC-A32E-56CBB65B4697}" destId="{23CBB95E-284C-444C-BE1A-0813B54E57E8}" srcOrd="0" destOrd="0" parTransId="{9FD266F2-E9E3-441C-9C66-006EDF3822F9}" sibTransId="{0F1C5E01-E64B-4A13-B240-954667FE7A2F}"/>
    <dgm:cxn modelId="{9805B6E0-58E3-45AC-B7C9-A4DF1DD65BC8}" type="presOf" srcId="{4531FB21-68C7-41DF-83DA-A990E5AA0F19}" destId="{139B57B2-CBE4-4E5B-87DB-FD640B2367D5}" srcOrd="0" destOrd="0" presId="urn:microsoft.com/office/officeart/2008/layout/SquareAccentList"/>
    <dgm:cxn modelId="{F39AF9E2-9F71-4F2F-BE16-6A10BF7D365B}" type="presOf" srcId="{0CD8E267-D4B2-4A4C-987F-B10C25D06084}" destId="{40723231-9225-4B96-B5A7-C665D0AD2182}" srcOrd="0" destOrd="0" presId="urn:microsoft.com/office/officeart/2008/layout/SquareAccentList"/>
    <dgm:cxn modelId="{50598DE5-C479-42E0-9BBE-549842190ABE}" type="presOf" srcId="{C95B35D6-5E61-4455-A382-1D447090F95D}" destId="{63F0DEAE-7209-4149-BF5C-29C05B69D427}" srcOrd="0" destOrd="0" presId="urn:microsoft.com/office/officeart/2008/layout/SquareAccentList"/>
    <dgm:cxn modelId="{208C3DFA-2960-4721-857D-2C45FCDFE34B}" type="presOf" srcId="{97C996FC-48D3-41A2-99F8-B796147B91CF}" destId="{83962F2A-8487-4157-BEB9-931A558A34C9}" srcOrd="0" destOrd="0" presId="urn:microsoft.com/office/officeart/2008/layout/SquareAccentList"/>
    <dgm:cxn modelId="{866D7719-19C4-4ADB-B6D6-027A89CD4370}" type="presParOf" srcId="{925B5DDC-A0F0-4022-8310-33C338A5CA5B}" destId="{9740EC0C-5BD4-45B2-8CF8-69B480D305D6}" srcOrd="0" destOrd="0" presId="urn:microsoft.com/office/officeart/2008/layout/SquareAccentList"/>
    <dgm:cxn modelId="{3B63A3A2-859E-4548-B578-F0FA498DD79F}" type="presParOf" srcId="{9740EC0C-5BD4-45B2-8CF8-69B480D305D6}" destId="{3EEAF5D9-F5DF-4C72-B987-9F7175EA136C}" srcOrd="0" destOrd="0" presId="urn:microsoft.com/office/officeart/2008/layout/SquareAccentList"/>
    <dgm:cxn modelId="{B705E419-466A-4D9B-9139-8E0A9AFDD927}" type="presParOf" srcId="{3EEAF5D9-F5DF-4C72-B987-9F7175EA136C}" destId="{73A64955-8560-4A6A-88D8-61E7806B96BF}" srcOrd="0" destOrd="0" presId="urn:microsoft.com/office/officeart/2008/layout/SquareAccentList"/>
    <dgm:cxn modelId="{E3A861A8-00D7-45D7-9A4D-1987DEED4235}" type="presParOf" srcId="{3EEAF5D9-F5DF-4C72-B987-9F7175EA136C}" destId="{5752538E-9BCE-4F6B-B33C-812F38C9D2BD}" srcOrd="1" destOrd="0" presId="urn:microsoft.com/office/officeart/2008/layout/SquareAccentList"/>
    <dgm:cxn modelId="{D73FC129-D6D9-446E-B108-749D02050016}" type="presParOf" srcId="{3EEAF5D9-F5DF-4C72-B987-9F7175EA136C}" destId="{63F0DEAE-7209-4149-BF5C-29C05B69D427}" srcOrd="2" destOrd="0" presId="urn:microsoft.com/office/officeart/2008/layout/SquareAccentList"/>
    <dgm:cxn modelId="{3CAD748F-CF79-4973-9649-5BE10E6B9A34}" type="presParOf" srcId="{9740EC0C-5BD4-45B2-8CF8-69B480D305D6}" destId="{43AA092E-2B0F-42A8-ABA6-BF44C7087FC9}" srcOrd="1" destOrd="0" presId="urn:microsoft.com/office/officeart/2008/layout/SquareAccentList"/>
    <dgm:cxn modelId="{EE33DABD-A07B-4600-BDFF-65C8C2F1C0BE}" type="presParOf" srcId="{43AA092E-2B0F-42A8-ABA6-BF44C7087FC9}" destId="{307AD7FB-A321-4E66-8778-358E3F9D97A2}" srcOrd="0" destOrd="0" presId="urn:microsoft.com/office/officeart/2008/layout/SquareAccentList"/>
    <dgm:cxn modelId="{86C14867-6923-4034-B50E-3EB99D9711CF}" type="presParOf" srcId="{307AD7FB-A321-4E66-8778-358E3F9D97A2}" destId="{AA8A889F-93DB-4AEB-AE28-BA8D95FAD937}" srcOrd="0" destOrd="0" presId="urn:microsoft.com/office/officeart/2008/layout/SquareAccentList"/>
    <dgm:cxn modelId="{07A72DC7-CED7-43CE-A12A-19DF498DBD5F}" type="presParOf" srcId="{307AD7FB-A321-4E66-8778-358E3F9D97A2}" destId="{91DF395B-6517-4CB4-87F6-71E05066E701}" srcOrd="1" destOrd="0" presId="urn:microsoft.com/office/officeart/2008/layout/SquareAccentList"/>
    <dgm:cxn modelId="{FB450872-948C-472A-A9A3-B2B7272FE3D5}" type="presParOf" srcId="{43AA092E-2B0F-42A8-ABA6-BF44C7087FC9}" destId="{30208BEB-B1A3-4D0B-BCF7-02542DAEAA50}" srcOrd="1" destOrd="0" presId="urn:microsoft.com/office/officeart/2008/layout/SquareAccentList"/>
    <dgm:cxn modelId="{A23230F9-7848-4BF6-B9A0-2467DD3EEAFA}" type="presParOf" srcId="{30208BEB-B1A3-4D0B-BCF7-02542DAEAA50}" destId="{A88E1F57-C6C7-4863-9E31-3F09CA6B9236}" srcOrd="0" destOrd="0" presId="urn:microsoft.com/office/officeart/2008/layout/SquareAccentList"/>
    <dgm:cxn modelId="{0CB07FEF-D366-4328-B8E3-C1E6B495723E}" type="presParOf" srcId="{30208BEB-B1A3-4D0B-BCF7-02542DAEAA50}" destId="{8CAD3227-C886-4C7F-822D-50DDBC325347}" srcOrd="1" destOrd="0" presId="urn:microsoft.com/office/officeart/2008/layout/SquareAccentList"/>
    <dgm:cxn modelId="{7DCE02BD-F37C-41DD-B559-7F9C54C13AB8}" type="presParOf" srcId="{43AA092E-2B0F-42A8-ABA6-BF44C7087FC9}" destId="{6A573FCB-5C87-45DC-9E85-19CDF44B14B4}" srcOrd="2" destOrd="0" presId="urn:microsoft.com/office/officeart/2008/layout/SquareAccentList"/>
    <dgm:cxn modelId="{822974FE-9F8D-4EAF-B12F-5B46CDA0836C}" type="presParOf" srcId="{6A573FCB-5C87-45DC-9E85-19CDF44B14B4}" destId="{D016711E-4A5E-4444-B69D-7D83A921ECC9}" srcOrd="0" destOrd="0" presId="urn:microsoft.com/office/officeart/2008/layout/SquareAccentList"/>
    <dgm:cxn modelId="{C7BD23F8-44EF-4383-AAA6-8BCEC1E1A045}" type="presParOf" srcId="{6A573FCB-5C87-45DC-9E85-19CDF44B14B4}" destId="{5BB98F7E-DE04-43C1-AC7E-9BB292EC59CB}" srcOrd="1" destOrd="0" presId="urn:microsoft.com/office/officeart/2008/layout/SquareAccentList"/>
    <dgm:cxn modelId="{D87D2888-E833-4F3A-81CE-2C8A8BCC0FA7}" type="presParOf" srcId="{43AA092E-2B0F-42A8-ABA6-BF44C7087FC9}" destId="{03B49AA5-F0FE-4983-8752-4A6D863E6D48}" srcOrd="3" destOrd="0" presId="urn:microsoft.com/office/officeart/2008/layout/SquareAccentList"/>
    <dgm:cxn modelId="{81F4A639-E7DE-45DF-8F4A-79EA3A160D4B}" type="presParOf" srcId="{03B49AA5-F0FE-4983-8752-4A6D863E6D48}" destId="{920C68EB-7F16-41F4-BE58-41B1D8FC671E}" srcOrd="0" destOrd="0" presId="urn:microsoft.com/office/officeart/2008/layout/SquareAccentList"/>
    <dgm:cxn modelId="{5E071ABB-6E94-4043-817E-599C43FAC3E4}" type="presParOf" srcId="{03B49AA5-F0FE-4983-8752-4A6D863E6D48}" destId="{40723231-9225-4B96-B5A7-C665D0AD2182}" srcOrd="1" destOrd="0" presId="urn:microsoft.com/office/officeart/2008/layout/SquareAccentList"/>
    <dgm:cxn modelId="{693C988C-2A1C-464D-93D0-050D4C3463C4}" type="presParOf" srcId="{43AA092E-2B0F-42A8-ABA6-BF44C7087FC9}" destId="{862A291F-7E77-4B2B-983F-CF0E0A2DEB04}" srcOrd="4" destOrd="0" presId="urn:microsoft.com/office/officeart/2008/layout/SquareAccentList"/>
    <dgm:cxn modelId="{26678FF4-E601-4FAC-BDF6-06F3489FC9AD}" type="presParOf" srcId="{862A291F-7E77-4B2B-983F-CF0E0A2DEB04}" destId="{786DD8C2-FC7A-442B-995E-41FCE33CDA28}" srcOrd="0" destOrd="0" presId="urn:microsoft.com/office/officeart/2008/layout/SquareAccentList"/>
    <dgm:cxn modelId="{94E125B4-ED92-4F33-8469-DC64D935D577}" type="presParOf" srcId="{862A291F-7E77-4B2B-983F-CF0E0A2DEB04}" destId="{47C5F3C8-F1CB-4532-ACC1-57EDA20A791C}" srcOrd="1" destOrd="0" presId="urn:microsoft.com/office/officeart/2008/layout/SquareAccentList"/>
    <dgm:cxn modelId="{F4E3D38D-CEF4-4633-9A49-C644DB6EC129}" type="presParOf" srcId="{43AA092E-2B0F-42A8-ABA6-BF44C7087FC9}" destId="{D81500E4-4016-49E0-99D0-708F53B32F2A}" srcOrd="5" destOrd="0" presId="urn:microsoft.com/office/officeart/2008/layout/SquareAccentList"/>
    <dgm:cxn modelId="{608664A1-3A05-4FAA-BD79-C06312F25D86}" type="presParOf" srcId="{D81500E4-4016-49E0-99D0-708F53B32F2A}" destId="{BE1AF460-C5CC-4A93-8880-F7867F9445D1}" srcOrd="0" destOrd="0" presId="urn:microsoft.com/office/officeart/2008/layout/SquareAccentList"/>
    <dgm:cxn modelId="{9036C35A-DD53-4C48-BFE8-486F5092805D}" type="presParOf" srcId="{D81500E4-4016-49E0-99D0-708F53B32F2A}" destId="{83962F2A-8487-4157-BEB9-931A558A34C9}" srcOrd="1" destOrd="0" presId="urn:microsoft.com/office/officeart/2008/layout/SquareAccentList"/>
    <dgm:cxn modelId="{A909D16B-9336-4DC5-B578-B077F279F8CE}" type="presParOf" srcId="{43AA092E-2B0F-42A8-ABA6-BF44C7087FC9}" destId="{FC0FB1A0-D12A-4ACF-8286-2308DFB0F419}" srcOrd="6" destOrd="0" presId="urn:microsoft.com/office/officeart/2008/layout/SquareAccentList"/>
    <dgm:cxn modelId="{007A2EF7-8918-496E-9FD0-4CFAAC7E6C41}" type="presParOf" srcId="{FC0FB1A0-D12A-4ACF-8286-2308DFB0F419}" destId="{F3503FAF-19D5-4B41-B88F-952891152882}" srcOrd="0" destOrd="0" presId="urn:microsoft.com/office/officeart/2008/layout/SquareAccentList"/>
    <dgm:cxn modelId="{40023D1D-EB05-455B-B536-EB88E7ECCCAC}" type="presParOf" srcId="{FC0FB1A0-D12A-4ACF-8286-2308DFB0F419}" destId="{2ACDA940-9644-43A5-AC47-9EB1EC1C1BD4}" srcOrd="1" destOrd="0" presId="urn:microsoft.com/office/officeart/2008/layout/SquareAccentList"/>
    <dgm:cxn modelId="{ABDD6012-1196-400A-A076-8606903D12EF}" type="presParOf" srcId="{43AA092E-2B0F-42A8-ABA6-BF44C7087FC9}" destId="{6FFAC09A-C7B7-46A0-AD97-C959FE6BDA92}" srcOrd="7" destOrd="0" presId="urn:microsoft.com/office/officeart/2008/layout/SquareAccentList"/>
    <dgm:cxn modelId="{EF891F49-FE95-4EB9-AF0A-34DA1E57501F}" type="presParOf" srcId="{6FFAC09A-C7B7-46A0-AD97-C959FE6BDA92}" destId="{34AD4136-B591-42B8-9C30-3D077D5A2899}" srcOrd="0" destOrd="0" presId="urn:microsoft.com/office/officeart/2008/layout/SquareAccentList"/>
    <dgm:cxn modelId="{1B53F376-BF59-4786-B0CA-9BE6217F2836}" type="presParOf" srcId="{6FFAC09A-C7B7-46A0-AD97-C959FE6BDA92}" destId="{EA33BAEF-1B79-4BF1-AFCA-BD58E92C5927}" srcOrd="1" destOrd="0" presId="urn:microsoft.com/office/officeart/2008/layout/SquareAccentList"/>
    <dgm:cxn modelId="{0E5C91AB-E0DE-43FA-A42D-EC04FA53CC43}" type="presParOf" srcId="{925B5DDC-A0F0-4022-8310-33C338A5CA5B}" destId="{A432DEC4-2426-4067-9786-41D29A6A6E3D}" srcOrd="1" destOrd="0" presId="urn:microsoft.com/office/officeart/2008/layout/SquareAccentList"/>
    <dgm:cxn modelId="{E3D5235A-6649-4005-8ACB-DC7EA6811328}" type="presParOf" srcId="{A432DEC4-2426-4067-9786-41D29A6A6E3D}" destId="{DA47842D-66D2-459B-BB0F-8665CB0749D3}" srcOrd="0" destOrd="0" presId="urn:microsoft.com/office/officeart/2008/layout/SquareAccentList"/>
    <dgm:cxn modelId="{86C83A53-1B34-4329-9B64-3055F2AB931A}" type="presParOf" srcId="{DA47842D-66D2-459B-BB0F-8665CB0749D3}" destId="{A3E2CD6F-2BAB-4787-8088-810A41D93261}" srcOrd="0" destOrd="0" presId="urn:microsoft.com/office/officeart/2008/layout/SquareAccentList"/>
    <dgm:cxn modelId="{1C130372-3C7C-4386-BD3E-1B6B7EB930CA}" type="presParOf" srcId="{DA47842D-66D2-459B-BB0F-8665CB0749D3}" destId="{15D51D74-761E-49F2-AAA2-6B4B6138CB79}" srcOrd="1" destOrd="0" presId="urn:microsoft.com/office/officeart/2008/layout/SquareAccentList"/>
    <dgm:cxn modelId="{D579CC8B-1D71-4C44-99A1-59412A25FE66}" type="presParOf" srcId="{DA47842D-66D2-459B-BB0F-8665CB0749D3}" destId="{0E7362CD-EFDC-4225-AA47-59DF24280B74}" srcOrd="2" destOrd="0" presId="urn:microsoft.com/office/officeart/2008/layout/SquareAccentList"/>
    <dgm:cxn modelId="{E8B351ED-3D80-40C4-BADA-B666E9597B92}" type="presParOf" srcId="{A432DEC4-2426-4067-9786-41D29A6A6E3D}" destId="{19AEBD6A-76B3-40CB-A8BC-47A5D4F3BC78}" srcOrd="1" destOrd="0" presId="urn:microsoft.com/office/officeart/2008/layout/SquareAccentList"/>
    <dgm:cxn modelId="{D88C117D-5864-4475-AC8E-5113EE712EEC}" type="presParOf" srcId="{19AEBD6A-76B3-40CB-A8BC-47A5D4F3BC78}" destId="{B7AEB66A-5FEA-4C34-8D8F-FD50E61EC82A}" srcOrd="0" destOrd="0" presId="urn:microsoft.com/office/officeart/2008/layout/SquareAccentList"/>
    <dgm:cxn modelId="{60FC51E1-410E-4F1B-A493-6A499A28BD3B}" type="presParOf" srcId="{B7AEB66A-5FEA-4C34-8D8F-FD50E61EC82A}" destId="{50864C3F-D9E4-4144-A74D-E04880E2E68A}" srcOrd="0" destOrd="0" presId="urn:microsoft.com/office/officeart/2008/layout/SquareAccentList"/>
    <dgm:cxn modelId="{0495157B-A81B-4280-9FAB-4253BD0D0789}" type="presParOf" srcId="{B7AEB66A-5FEA-4C34-8D8F-FD50E61EC82A}" destId="{ED7E435C-18C4-419C-9C71-08DE90FAD941}" srcOrd="1" destOrd="0" presId="urn:microsoft.com/office/officeart/2008/layout/SquareAccentList"/>
    <dgm:cxn modelId="{0B85CC38-2F40-4D87-B459-F0E2146DFD0A}" type="presParOf" srcId="{19AEBD6A-76B3-40CB-A8BC-47A5D4F3BC78}" destId="{8B79B07C-A9AD-4FAC-9441-C33B1E6A9C2F}" srcOrd="1" destOrd="0" presId="urn:microsoft.com/office/officeart/2008/layout/SquareAccentList"/>
    <dgm:cxn modelId="{A26156C5-5232-48AA-9C62-621548B7C16D}" type="presParOf" srcId="{8B79B07C-A9AD-4FAC-9441-C33B1E6A9C2F}" destId="{2AC9EE26-FC5D-49AA-BF24-51036CAC6CA3}" srcOrd="0" destOrd="0" presId="urn:microsoft.com/office/officeart/2008/layout/SquareAccentList"/>
    <dgm:cxn modelId="{E61D3EA0-80CB-421C-A8B9-148D0A69DE40}" type="presParOf" srcId="{8B79B07C-A9AD-4FAC-9441-C33B1E6A9C2F}" destId="{FB300159-3E19-4262-9EF1-609234F4D024}" srcOrd="1" destOrd="0" presId="urn:microsoft.com/office/officeart/2008/layout/SquareAccentList"/>
    <dgm:cxn modelId="{13A36312-5401-4208-B19F-E20172B2021B}" type="presParOf" srcId="{19AEBD6A-76B3-40CB-A8BC-47A5D4F3BC78}" destId="{71155A4E-705B-4EEA-A4CB-4AFEE89A0D65}" srcOrd="2" destOrd="0" presId="urn:microsoft.com/office/officeart/2008/layout/SquareAccentList"/>
    <dgm:cxn modelId="{6B5D4230-5C17-4CD5-80E9-BA2FC1986EBF}" type="presParOf" srcId="{71155A4E-705B-4EEA-A4CB-4AFEE89A0D65}" destId="{9F97F498-EB19-43F6-9376-3FB9C015ED56}" srcOrd="0" destOrd="0" presId="urn:microsoft.com/office/officeart/2008/layout/SquareAccentList"/>
    <dgm:cxn modelId="{0191AA18-4168-48DB-927B-243751F4790F}" type="presParOf" srcId="{71155A4E-705B-4EEA-A4CB-4AFEE89A0D65}" destId="{18F3E672-460A-4745-BA82-0EC46CEF38BD}" srcOrd="1" destOrd="0" presId="urn:microsoft.com/office/officeart/2008/layout/SquareAccentList"/>
    <dgm:cxn modelId="{75255B52-37CC-4A83-B463-410E83507B68}" type="presParOf" srcId="{19AEBD6A-76B3-40CB-A8BC-47A5D4F3BC78}" destId="{12973753-00ED-45B0-9EA0-0627D2AF7468}" srcOrd="3" destOrd="0" presId="urn:microsoft.com/office/officeart/2008/layout/SquareAccentList"/>
    <dgm:cxn modelId="{C3302602-B00A-47BE-A832-6DF18ADC97B7}" type="presParOf" srcId="{12973753-00ED-45B0-9EA0-0627D2AF7468}" destId="{CE539415-4E47-4D2C-A7FC-594542A9B702}" srcOrd="0" destOrd="0" presId="urn:microsoft.com/office/officeart/2008/layout/SquareAccentList"/>
    <dgm:cxn modelId="{1C5A190A-152C-41EF-82C8-D8C6377774AF}" type="presParOf" srcId="{12973753-00ED-45B0-9EA0-0627D2AF7468}" destId="{C9A5B6F6-D69E-4B0E-BD5F-96E9B47BBDE4}" srcOrd="1" destOrd="0" presId="urn:microsoft.com/office/officeart/2008/layout/SquareAccentList"/>
    <dgm:cxn modelId="{ABF01070-5BC0-4B01-81E6-343244A850B1}" type="presParOf" srcId="{19AEBD6A-76B3-40CB-A8BC-47A5D4F3BC78}" destId="{AA6637FC-8014-4283-8428-D5D12F519B48}" srcOrd="4" destOrd="0" presId="urn:microsoft.com/office/officeart/2008/layout/SquareAccentList"/>
    <dgm:cxn modelId="{87180E9D-E408-40CF-8D06-D86EE8090EA5}" type="presParOf" srcId="{AA6637FC-8014-4283-8428-D5D12F519B48}" destId="{80B31469-8358-471A-B9D1-F5381ECA2D32}" srcOrd="0" destOrd="0" presId="urn:microsoft.com/office/officeart/2008/layout/SquareAccentList"/>
    <dgm:cxn modelId="{FB76415F-CC13-4CBE-B6BA-8B8E712B5B6C}" type="presParOf" srcId="{AA6637FC-8014-4283-8428-D5D12F519B48}" destId="{E57751F2-1347-41BB-8F60-9AD6C36AC4DB}" srcOrd="1" destOrd="0" presId="urn:microsoft.com/office/officeart/2008/layout/SquareAccentList"/>
    <dgm:cxn modelId="{7595BFAD-B140-4A14-A292-4A009E0D2B08}" type="presParOf" srcId="{19AEBD6A-76B3-40CB-A8BC-47A5D4F3BC78}" destId="{1F11B0CF-A668-4F71-9EBF-D1BE9CDFF304}" srcOrd="5" destOrd="0" presId="urn:microsoft.com/office/officeart/2008/layout/SquareAccentList"/>
    <dgm:cxn modelId="{0F0EDE75-62A7-481B-B70F-648FA607B7D2}" type="presParOf" srcId="{1F11B0CF-A668-4F71-9EBF-D1BE9CDFF304}" destId="{55398E44-2551-4436-A432-19186F8621BE}" srcOrd="0" destOrd="0" presId="urn:microsoft.com/office/officeart/2008/layout/SquareAccentList"/>
    <dgm:cxn modelId="{B99F2E14-72AB-43E0-BB8D-7B5BB4E388EA}" type="presParOf" srcId="{1F11B0CF-A668-4F71-9EBF-D1BE9CDFF304}" destId="{05DA767D-2C77-4AC1-B7E1-6BEEE0D3D40A}" srcOrd="1" destOrd="0" presId="urn:microsoft.com/office/officeart/2008/layout/SquareAccentList"/>
    <dgm:cxn modelId="{E076160F-8445-4AC4-8725-F04ECA0873EF}" type="presParOf" srcId="{19AEBD6A-76B3-40CB-A8BC-47A5D4F3BC78}" destId="{84B18594-5B03-4F87-9D96-24E1E0B829C7}" srcOrd="6" destOrd="0" presId="urn:microsoft.com/office/officeart/2008/layout/SquareAccentList"/>
    <dgm:cxn modelId="{9B934E41-5E88-429A-A300-D53F186DA176}" type="presParOf" srcId="{84B18594-5B03-4F87-9D96-24E1E0B829C7}" destId="{5CC1FED9-4EB0-4B58-A4CF-A6B68F751034}" srcOrd="0" destOrd="0" presId="urn:microsoft.com/office/officeart/2008/layout/SquareAccentList"/>
    <dgm:cxn modelId="{6C3E4598-1060-4303-9910-973BB51D5F57}" type="presParOf" srcId="{84B18594-5B03-4F87-9D96-24E1E0B829C7}" destId="{139B57B2-CBE4-4E5B-87DB-FD640B2367D5}" srcOrd="1" destOrd="0" presId="urn:microsoft.com/office/officeart/2008/layout/SquareAccentList"/>
    <dgm:cxn modelId="{291BA378-D172-4734-9AF6-365D95E54BD1}" type="presParOf" srcId="{19AEBD6A-76B3-40CB-A8BC-47A5D4F3BC78}" destId="{703976E9-AB00-45DC-AE43-94A7E2E43840}" srcOrd="7" destOrd="0" presId="urn:microsoft.com/office/officeart/2008/layout/SquareAccentList"/>
    <dgm:cxn modelId="{0536A49E-3C1B-4FCE-8D5B-E04D380A2F0D}" type="presParOf" srcId="{703976E9-AB00-45DC-AE43-94A7E2E43840}" destId="{3EB5FEC8-6D91-4512-B66D-99D6556175C1}" srcOrd="0" destOrd="0" presId="urn:microsoft.com/office/officeart/2008/layout/SquareAccentList"/>
    <dgm:cxn modelId="{E44B1DCC-6468-4A81-93E5-62D01CE03162}" type="presParOf" srcId="{703976E9-AB00-45DC-AE43-94A7E2E43840}" destId="{B78DCA06-4C5C-4079-8897-FC7F5BC43585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BEB04EA-2A1D-4233-8432-18F3302557BE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42E72EA3-4EAC-4FB2-A2E4-06B32E132E59}" type="pres">
      <dgm:prSet presAssocID="{3BEB04EA-2A1D-4233-8432-18F3302557BE}" presName="diagram" presStyleCnt="0">
        <dgm:presLayoutVars>
          <dgm:dir/>
          <dgm:resizeHandles val="exact"/>
        </dgm:presLayoutVars>
      </dgm:prSet>
      <dgm:spPr/>
    </dgm:pt>
  </dgm:ptLst>
  <dgm:cxnLst>
    <dgm:cxn modelId="{2A19BEBE-7E0E-4B50-A936-08F4C5C992A5}" type="presOf" srcId="{3BEB04EA-2A1D-4233-8432-18F3302557BE}" destId="{42E72EA3-4EAC-4FB2-A2E4-06B32E132E59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30A18F8-BDDB-470D-9FDB-1B4C731446D6}" type="doc">
      <dgm:prSet loTypeId="urn:microsoft.com/office/officeart/2005/8/layout/hList1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201B2AAF-6042-4894-9CC9-2E735F479543}">
      <dgm:prSet phldrT="[Texte]" phldr="0" custT="1"/>
      <dgm:spPr/>
      <dgm:t>
        <a:bodyPr/>
        <a:lstStyle/>
        <a:p>
          <a:r>
            <a:rPr lang="fr-FR" sz="2800" b="1" dirty="0">
              <a:solidFill>
                <a:schemeClr val="bg1"/>
              </a:solidFill>
            </a:rPr>
            <a:t>Transformations</a:t>
          </a:r>
        </a:p>
      </dgm:t>
    </dgm:pt>
    <dgm:pt modelId="{1B640122-5F06-479F-BCB1-E92A2599104F}" type="parTrans" cxnId="{27082A9B-0885-4A34-B920-3E5CD4C2253C}">
      <dgm:prSet/>
      <dgm:spPr/>
      <dgm:t>
        <a:bodyPr/>
        <a:lstStyle/>
        <a:p>
          <a:endParaRPr lang="fr-FR" sz="1600"/>
        </a:p>
      </dgm:t>
    </dgm:pt>
    <dgm:pt modelId="{B56E812C-8F3B-4F04-96E9-7089420D69CF}" type="sibTrans" cxnId="{27082A9B-0885-4A34-B920-3E5CD4C2253C}">
      <dgm:prSet/>
      <dgm:spPr/>
      <dgm:t>
        <a:bodyPr/>
        <a:lstStyle/>
        <a:p>
          <a:endParaRPr lang="fr-FR" sz="1600"/>
        </a:p>
      </dgm:t>
    </dgm:pt>
    <dgm:pt modelId="{A499BD18-B222-4259-9DE7-B44FD861202F}">
      <dgm:prSet phldrT="[Texte]" custT="1"/>
      <dgm:spPr/>
      <dgm:t>
        <a:bodyPr/>
        <a:lstStyle/>
        <a:p>
          <a:r>
            <a:rPr lang="fr-FR" sz="1800" b="1" dirty="0"/>
            <a:t>Harmonisation noms de colonnes</a:t>
          </a:r>
        </a:p>
      </dgm:t>
    </dgm:pt>
    <dgm:pt modelId="{F55664BA-7D82-456D-B1F9-786CE02F2231}" type="parTrans" cxnId="{98120BD3-53E0-48C8-ACAB-5B8374226F1E}">
      <dgm:prSet/>
      <dgm:spPr/>
      <dgm:t>
        <a:bodyPr/>
        <a:lstStyle/>
        <a:p>
          <a:endParaRPr lang="fr-FR" sz="1600"/>
        </a:p>
      </dgm:t>
    </dgm:pt>
    <dgm:pt modelId="{0FA2E3C5-16A9-4765-A693-D539E190C038}" type="sibTrans" cxnId="{98120BD3-53E0-48C8-ACAB-5B8374226F1E}">
      <dgm:prSet/>
      <dgm:spPr/>
      <dgm:t>
        <a:bodyPr/>
        <a:lstStyle/>
        <a:p>
          <a:endParaRPr lang="fr-FR" sz="1600"/>
        </a:p>
      </dgm:t>
    </dgm:pt>
    <dgm:pt modelId="{DF791F52-1D90-4C37-B92C-6C9B7C32A862}">
      <dgm:prSet phldrT="[Texte]" custT="1"/>
      <dgm:spPr/>
      <dgm:t>
        <a:bodyPr/>
        <a:lstStyle/>
        <a:p>
          <a:r>
            <a:rPr lang="fr-FR" sz="1800" b="1" dirty="0"/>
            <a:t>Nettoyage contenu texte</a:t>
          </a:r>
        </a:p>
      </dgm:t>
    </dgm:pt>
    <dgm:pt modelId="{15D58020-B846-47DE-B22E-92E14E84C1DB}" type="parTrans" cxnId="{B635629B-760D-4093-B028-21068AC7E76E}">
      <dgm:prSet/>
      <dgm:spPr/>
      <dgm:t>
        <a:bodyPr/>
        <a:lstStyle/>
        <a:p>
          <a:endParaRPr lang="fr-FR" sz="1600"/>
        </a:p>
      </dgm:t>
    </dgm:pt>
    <dgm:pt modelId="{4CB057F2-2132-422A-A14E-6EA9D22BB3A2}" type="sibTrans" cxnId="{B635629B-760D-4093-B028-21068AC7E76E}">
      <dgm:prSet/>
      <dgm:spPr/>
      <dgm:t>
        <a:bodyPr/>
        <a:lstStyle/>
        <a:p>
          <a:endParaRPr lang="fr-FR" sz="1600"/>
        </a:p>
      </dgm:t>
    </dgm:pt>
    <dgm:pt modelId="{FD24F202-4695-42DF-A441-FB2108DB7DEE}">
      <dgm:prSet phldrT="[Texte]" phldr="0" custT="1"/>
      <dgm:spPr/>
      <dgm:t>
        <a:bodyPr/>
        <a:lstStyle/>
        <a:p>
          <a:r>
            <a:rPr lang="fr-FR" sz="2800" b="1" dirty="0">
              <a:solidFill>
                <a:schemeClr val="bg1"/>
              </a:solidFill>
            </a:rPr>
            <a:t>Contrôles qualité</a:t>
          </a:r>
        </a:p>
      </dgm:t>
    </dgm:pt>
    <dgm:pt modelId="{325A19AB-074B-4446-BDF0-6491DB2AC349}" type="parTrans" cxnId="{706F5B59-A260-4981-B9FD-AB314EEF605B}">
      <dgm:prSet/>
      <dgm:spPr/>
      <dgm:t>
        <a:bodyPr/>
        <a:lstStyle/>
        <a:p>
          <a:endParaRPr lang="fr-FR" sz="1600"/>
        </a:p>
      </dgm:t>
    </dgm:pt>
    <dgm:pt modelId="{7B4E381F-6A7C-4A2F-A787-FD28678EE7E7}" type="sibTrans" cxnId="{706F5B59-A260-4981-B9FD-AB314EEF605B}">
      <dgm:prSet/>
      <dgm:spPr/>
      <dgm:t>
        <a:bodyPr/>
        <a:lstStyle/>
        <a:p>
          <a:endParaRPr lang="fr-FR" sz="1600"/>
        </a:p>
      </dgm:t>
    </dgm:pt>
    <dgm:pt modelId="{6C397841-ECB5-42F5-8608-B89728C6A873}">
      <dgm:prSet phldrT="[Texte]" phldr="0" custT="1"/>
      <dgm:spPr/>
      <dgm:t>
        <a:bodyPr/>
        <a:lstStyle/>
        <a:p>
          <a:r>
            <a:rPr lang="fr-FR" sz="1800" b="1" kern="1200">
              <a:latin typeface="+mn-lt"/>
              <a:ea typeface="Calibri" pitchFamily="34" charset="-122"/>
              <a:cs typeface="Calibri" pitchFamily="34" charset="-120"/>
            </a:rPr>
            <a:t>Âges négatifs</a:t>
          </a:r>
          <a:endParaRPr lang="fr-FR" sz="1800" kern="1200" dirty="0">
            <a:latin typeface="+mn-lt"/>
          </a:endParaRPr>
        </a:p>
      </dgm:t>
    </dgm:pt>
    <dgm:pt modelId="{84469614-6233-482E-8266-744713893455}" type="parTrans" cxnId="{6F25A23C-AB32-4E64-ABBF-C2D881A1387F}">
      <dgm:prSet/>
      <dgm:spPr/>
      <dgm:t>
        <a:bodyPr/>
        <a:lstStyle/>
        <a:p>
          <a:endParaRPr lang="fr-FR" sz="1600"/>
        </a:p>
      </dgm:t>
    </dgm:pt>
    <dgm:pt modelId="{0199EE3C-246C-4DED-98D4-90B907A527E2}" type="sibTrans" cxnId="{6F25A23C-AB32-4E64-ABBF-C2D881A1387F}">
      <dgm:prSet/>
      <dgm:spPr/>
      <dgm:t>
        <a:bodyPr/>
        <a:lstStyle/>
        <a:p>
          <a:endParaRPr lang="fr-FR" sz="1600"/>
        </a:p>
      </dgm:t>
    </dgm:pt>
    <dgm:pt modelId="{2C81F785-B686-4A3D-B326-2DF8F3906836}">
      <dgm:prSet phldrT="[Texte]" phldr="0" custT="1"/>
      <dgm:spPr/>
      <dgm:t>
        <a:bodyPr/>
        <a:lstStyle/>
        <a:p>
          <a:r>
            <a:rPr lang="fr-FR" sz="2800" b="1" dirty="0">
              <a:solidFill>
                <a:schemeClr val="bg1"/>
              </a:solidFill>
            </a:rPr>
            <a:t>Migration vers MongoDB</a:t>
          </a:r>
        </a:p>
      </dgm:t>
    </dgm:pt>
    <dgm:pt modelId="{0E719C52-C631-4916-8DDE-257898C6D5F5}" type="parTrans" cxnId="{F69842AC-C3BE-4075-9BDA-B95245A34B32}">
      <dgm:prSet/>
      <dgm:spPr/>
      <dgm:t>
        <a:bodyPr/>
        <a:lstStyle/>
        <a:p>
          <a:endParaRPr lang="fr-FR" sz="1600"/>
        </a:p>
      </dgm:t>
    </dgm:pt>
    <dgm:pt modelId="{AC83E7BB-71A2-4CED-9D11-DA674D25ABE8}" type="sibTrans" cxnId="{F69842AC-C3BE-4075-9BDA-B95245A34B32}">
      <dgm:prSet/>
      <dgm:spPr/>
      <dgm:t>
        <a:bodyPr/>
        <a:lstStyle/>
        <a:p>
          <a:endParaRPr lang="fr-FR" sz="1600"/>
        </a:p>
      </dgm:t>
    </dgm:pt>
    <dgm:pt modelId="{7FAEC95F-4669-44F7-9474-179A2A08238F}">
      <dgm:prSet phldrT="[Texte]" phldr="0" custT="1"/>
      <dgm:spPr/>
      <dgm:t>
        <a:bodyPr/>
        <a:lstStyle/>
        <a:p>
          <a:r>
            <a:rPr lang="fr-FR" sz="1800" b="1" kern="1200" dirty="0">
              <a:latin typeface="Franklin Gothic Book" panose="020B0502020104020203"/>
              <a:ea typeface="+mn-ea"/>
              <a:cs typeface="+mn-cs"/>
            </a:rPr>
            <a:t>Import des données</a:t>
          </a:r>
        </a:p>
      </dgm:t>
    </dgm:pt>
    <dgm:pt modelId="{F628E81E-C8D4-4CB7-AA18-1826453D6E72}" type="parTrans" cxnId="{2555C846-2903-452E-BB12-A6A1B56341D8}">
      <dgm:prSet/>
      <dgm:spPr/>
      <dgm:t>
        <a:bodyPr/>
        <a:lstStyle/>
        <a:p>
          <a:endParaRPr lang="fr-FR" sz="1600"/>
        </a:p>
      </dgm:t>
    </dgm:pt>
    <dgm:pt modelId="{B9E7467F-F7FB-44DE-8788-E43020C34A49}" type="sibTrans" cxnId="{2555C846-2903-452E-BB12-A6A1B56341D8}">
      <dgm:prSet/>
      <dgm:spPr/>
      <dgm:t>
        <a:bodyPr/>
        <a:lstStyle/>
        <a:p>
          <a:endParaRPr lang="fr-FR" sz="1600"/>
        </a:p>
      </dgm:t>
    </dgm:pt>
    <dgm:pt modelId="{F0449551-41E8-4F0D-9337-0CF425C1ABBB}">
      <dgm:prSet phldrT="[Texte]" phldr="0" custT="1"/>
      <dgm:spPr/>
      <dgm:t>
        <a:bodyPr/>
        <a:lstStyle/>
        <a:p>
          <a:r>
            <a:rPr lang="fr-FR" sz="1800" b="1" kern="1200">
              <a:latin typeface="Franklin Gothic Book" panose="020B0502020104020203"/>
              <a:ea typeface="+mn-ea"/>
              <a:cs typeface="+mn-cs"/>
            </a:rPr>
            <a:t>Création d’index</a:t>
          </a:r>
          <a:endParaRPr lang="fr-FR" sz="1800" b="1" kern="1200" dirty="0">
            <a:latin typeface="Franklin Gothic Book" panose="020B0502020104020203"/>
            <a:ea typeface="+mn-ea"/>
            <a:cs typeface="+mn-cs"/>
          </a:endParaRPr>
        </a:p>
      </dgm:t>
    </dgm:pt>
    <dgm:pt modelId="{019F4629-8D5E-447A-8E35-C0B1F4AA270E}" type="parTrans" cxnId="{45FBA3D2-2F5D-4006-AEA9-1236B43E4126}">
      <dgm:prSet/>
      <dgm:spPr/>
      <dgm:t>
        <a:bodyPr/>
        <a:lstStyle/>
        <a:p>
          <a:endParaRPr lang="fr-FR" sz="1600"/>
        </a:p>
      </dgm:t>
    </dgm:pt>
    <dgm:pt modelId="{732C8829-24AB-4688-80DE-95C4569D75B3}" type="sibTrans" cxnId="{45FBA3D2-2F5D-4006-AEA9-1236B43E4126}">
      <dgm:prSet/>
      <dgm:spPr/>
      <dgm:t>
        <a:bodyPr/>
        <a:lstStyle/>
        <a:p>
          <a:endParaRPr lang="fr-FR" sz="1600"/>
        </a:p>
      </dgm:t>
    </dgm:pt>
    <dgm:pt modelId="{3DE58DEC-1709-4C81-873A-0A800DAE5542}">
      <dgm:prSet phldrT="[Texte]" custT="1"/>
      <dgm:spPr/>
      <dgm:t>
        <a:bodyPr/>
        <a:lstStyle/>
        <a:p>
          <a:r>
            <a:rPr lang="fr-FR" sz="1800" b="1" kern="1200">
              <a:latin typeface="+mn-lt"/>
            </a:rPr>
            <a:t>Incohérence dates</a:t>
          </a:r>
          <a:endParaRPr lang="fr-FR" sz="1800" b="0" kern="1200" dirty="0">
            <a:latin typeface="+mn-lt"/>
          </a:endParaRPr>
        </a:p>
      </dgm:t>
    </dgm:pt>
    <dgm:pt modelId="{AAE3965F-A6FD-4644-8CDC-45F8E59654E3}" type="parTrans" cxnId="{BD3D25C0-B1E3-4113-B8DE-0469CCF398B6}">
      <dgm:prSet/>
      <dgm:spPr/>
      <dgm:t>
        <a:bodyPr/>
        <a:lstStyle/>
        <a:p>
          <a:endParaRPr lang="fr-FR" sz="1600"/>
        </a:p>
      </dgm:t>
    </dgm:pt>
    <dgm:pt modelId="{07ACAC39-A19B-4A77-8FF1-BF5BAACE72FC}" type="sibTrans" cxnId="{BD3D25C0-B1E3-4113-B8DE-0469CCF398B6}">
      <dgm:prSet/>
      <dgm:spPr/>
      <dgm:t>
        <a:bodyPr/>
        <a:lstStyle/>
        <a:p>
          <a:endParaRPr lang="fr-FR" sz="1600"/>
        </a:p>
      </dgm:t>
    </dgm:pt>
    <dgm:pt modelId="{D095DD0B-99DA-43DF-90AD-1F5037C39122}">
      <dgm:prSet phldrT="[Texte]" custT="1"/>
      <dgm:spPr/>
      <dgm:t>
        <a:bodyPr/>
        <a:lstStyle/>
        <a:p>
          <a:r>
            <a:rPr lang="fr-FR" sz="1800" b="1" kern="1200">
              <a:latin typeface="+mn-lt"/>
            </a:rPr>
            <a:t>Colonnes 100% nulles</a:t>
          </a:r>
          <a:endParaRPr lang="fr-FR" sz="1800" b="1" kern="1200" dirty="0">
            <a:latin typeface="+mn-lt"/>
          </a:endParaRPr>
        </a:p>
      </dgm:t>
    </dgm:pt>
    <dgm:pt modelId="{FFC0663E-DDFB-4349-A9AE-375825534CF7}" type="parTrans" cxnId="{87764CCE-6F8C-4D13-9FD5-BFF34135F1B8}">
      <dgm:prSet/>
      <dgm:spPr/>
      <dgm:t>
        <a:bodyPr/>
        <a:lstStyle/>
        <a:p>
          <a:endParaRPr lang="fr-FR" sz="1600"/>
        </a:p>
      </dgm:t>
    </dgm:pt>
    <dgm:pt modelId="{3DE8429C-AA0B-4ED0-AD76-29ACCFA2271B}" type="sibTrans" cxnId="{87764CCE-6F8C-4D13-9FD5-BFF34135F1B8}">
      <dgm:prSet/>
      <dgm:spPr/>
      <dgm:t>
        <a:bodyPr/>
        <a:lstStyle/>
        <a:p>
          <a:endParaRPr lang="fr-FR" sz="1600"/>
        </a:p>
      </dgm:t>
    </dgm:pt>
    <dgm:pt modelId="{6DD58F9E-A376-4190-81D4-80B3C00CAEE2}">
      <dgm:prSet phldrT="[Texte]" phldr="0" custT="1"/>
      <dgm:spPr/>
      <dgm:t>
        <a:bodyPr/>
        <a:lstStyle/>
        <a:p>
          <a:r>
            <a:rPr lang="en-US" sz="1800" b="1" kern="1200">
              <a:latin typeface="+mn-lt"/>
              <a:ea typeface="Calibri" pitchFamily="34" charset="-122"/>
              <a:cs typeface="Calibri" pitchFamily="34" charset="-120"/>
            </a:rPr>
            <a:t>Factures negatives</a:t>
          </a:r>
          <a:endParaRPr lang="fr-FR" sz="1800" kern="1200" dirty="0">
            <a:latin typeface="+mn-lt"/>
          </a:endParaRPr>
        </a:p>
      </dgm:t>
    </dgm:pt>
    <dgm:pt modelId="{07FF3121-ECCB-4FE4-8CE2-4E715488D8DE}" type="parTrans" cxnId="{E0CA5D4C-2D2E-44FF-A044-5935B4F7D57D}">
      <dgm:prSet/>
      <dgm:spPr/>
      <dgm:t>
        <a:bodyPr/>
        <a:lstStyle/>
        <a:p>
          <a:endParaRPr lang="fr-FR" sz="1600"/>
        </a:p>
      </dgm:t>
    </dgm:pt>
    <dgm:pt modelId="{7C71C986-1CB3-4AAC-8612-78CF17F506C0}" type="sibTrans" cxnId="{E0CA5D4C-2D2E-44FF-A044-5935B4F7D57D}">
      <dgm:prSet/>
      <dgm:spPr/>
      <dgm:t>
        <a:bodyPr/>
        <a:lstStyle/>
        <a:p>
          <a:endParaRPr lang="fr-FR" sz="1600"/>
        </a:p>
      </dgm:t>
    </dgm:pt>
    <dgm:pt modelId="{F246A789-6AB8-49F3-89B6-B817507EBBE7}">
      <dgm:prSet phldrT="[Texte]" custT="1"/>
      <dgm:spPr/>
      <dgm:t>
        <a:bodyPr/>
        <a:lstStyle/>
        <a:p>
          <a:r>
            <a:rPr lang="fr-FR" sz="1800" b="1" kern="1200">
              <a:latin typeface="+mn-lt"/>
            </a:rPr>
            <a:t>Doublons complets</a:t>
          </a:r>
          <a:endParaRPr lang="fr-FR" sz="1800" b="1" kern="1200" dirty="0">
            <a:latin typeface="+mn-lt"/>
          </a:endParaRPr>
        </a:p>
      </dgm:t>
    </dgm:pt>
    <dgm:pt modelId="{E8638F18-82F4-4D1C-A06F-E8B60C969A21}" type="parTrans" cxnId="{E9F80FAF-ABF6-4BF2-BD5B-3156342EF56E}">
      <dgm:prSet/>
      <dgm:spPr/>
      <dgm:t>
        <a:bodyPr/>
        <a:lstStyle/>
        <a:p>
          <a:endParaRPr lang="fr-FR" sz="1600"/>
        </a:p>
      </dgm:t>
    </dgm:pt>
    <dgm:pt modelId="{E019CB8D-4CF1-4EE2-8D4C-FE84DCB62665}" type="sibTrans" cxnId="{E9F80FAF-ABF6-4BF2-BD5B-3156342EF56E}">
      <dgm:prSet/>
      <dgm:spPr/>
      <dgm:t>
        <a:bodyPr/>
        <a:lstStyle/>
        <a:p>
          <a:endParaRPr lang="fr-FR" sz="1600"/>
        </a:p>
      </dgm:t>
    </dgm:pt>
    <dgm:pt modelId="{CFCFAC5C-DDB5-4C97-90DC-9C8308990852}">
      <dgm:prSet phldrT="[Texte]" phldr="0" custT="1"/>
      <dgm:spPr/>
      <dgm:t>
        <a:bodyPr/>
        <a:lstStyle/>
        <a:p>
          <a:pPr>
            <a:buFontTx/>
            <a:buNone/>
          </a:pPr>
          <a:r>
            <a:rPr lang="fr-FR" sz="1800" kern="1200">
              <a:latin typeface="+mn-lt"/>
            </a:rPr>
            <a:t> </a:t>
          </a:r>
          <a:r>
            <a:rPr lang="fr-FR" sz="1400" kern="1200">
              <a:latin typeface="+mn-lt"/>
            </a:rPr>
            <a:t>age_negatif()</a:t>
          </a:r>
          <a:endParaRPr lang="fr-FR" sz="1400" kern="1200" dirty="0">
            <a:latin typeface="+mn-lt"/>
          </a:endParaRPr>
        </a:p>
      </dgm:t>
    </dgm:pt>
    <dgm:pt modelId="{6C7E06CA-DC8F-4ED0-8274-F5FB74D7EA54}" type="parTrans" cxnId="{3B5D045A-C991-4CF7-8AEF-20EE1EB3636B}">
      <dgm:prSet/>
      <dgm:spPr/>
      <dgm:t>
        <a:bodyPr/>
        <a:lstStyle/>
        <a:p>
          <a:endParaRPr lang="fr-FR" sz="1600"/>
        </a:p>
      </dgm:t>
    </dgm:pt>
    <dgm:pt modelId="{F8967279-BF02-4582-84E9-55EB145C9680}" type="sibTrans" cxnId="{3B5D045A-C991-4CF7-8AEF-20EE1EB3636B}">
      <dgm:prSet/>
      <dgm:spPr/>
      <dgm:t>
        <a:bodyPr/>
        <a:lstStyle/>
        <a:p>
          <a:endParaRPr lang="fr-FR" sz="1600"/>
        </a:p>
      </dgm:t>
    </dgm:pt>
    <dgm:pt modelId="{CA1DDF1C-0A59-4BFF-AA6F-7E47B8683A1E}">
      <dgm:prSet phldrT="[Texte]" phldr="0" custT="1"/>
      <dgm:spPr/>
      <dgm:t>
        <a:bodyPr/>
        <a:lstStyle/>
        <a:p>
          <a:pPr>
            <a:buFontTx/>
            <a:buNone/>
          </a:pPr>
          <a:r>
            <a:rPr lang="fr-FR" sz="1400" kern="1200">
              <a:latin typeface="+mn-lt"/>
            </a:rPr>
            <a:t>billing_negatif()</a:t>
          </a:r>
          <a:endParaRPr lang="fr-FR" sz="1400" kern="1200" dirty="0">
            <a:latin typeface="+mn-lt"/>
          </a:endParaRPr>
        </a:p>
      </dgm:t>
    </dgm:pt>
    <dgm:pt modelId="{32489298-94A8-4C8D-A515-B626C029D012}" type="parTrans" cxnId="{FD9658C5-699C-4AE1-BBB5-3091579EFB0F}">
      <dgm:prSet/>
      <dgm:spPr/>
      <dgm:t>
        <a:bodyPr/>
        <a:lstStyle/>
        <a:p>
          <a:endParaRPr lang="fr-FR" sz="1600"/>
        </a:p>
      </dgm:t>
    </dgm:pt>
    <dgm:pt modelId="{1509D4C3-2B0A-4AFE-8339-C9DDD25F5FF1}" type="sibTrans" cxnId="{FD9658C5-699C-4AE1-BBB5-3091579EFB0F}">
      <dgm:prSet/>
      <dgm:spPr/>
      <dgm:t>
        <a:bodyPr/>
        <a:lstStyle/>
        <a:p>
          <a:endParaRPr lang="fr-FR" sz="1600"/>
        </a:p>
      </dgm:t>
    </dgm:pt>
    <dgm:pt modelId="{4A81ADE6-DF21-46FE-A7CC-651F4694D546}">
      <dgm:prSet phldrT="[Texte]" custT="1"/>
      <dgm:spPr/>
      <dgm:t>
        <a:bodyPr/>
        <a:lstStyle/>
        <a:p>
          <a:pPr>
            <a:buFontTx/>
            <a:buNone/>
          </a:pPr>
          <a:r>
            <a:rPr lang="fr-FR" sz="1400" b="0" kern="1200">
              <a:latin typeface="+mn-lt"/>
            </a:rPr>
            <a:t>date_incoherence()</a:t>
          </a:r>
          <a:endParaRPr lang="fr-FR" sz="1400" b="0" kern="1200" dirty="0">
            <a:latin typeface="+mn-lt"/>
          </a:endParaRPr>
        </a:p>
      </dgm:t>
    </dgm:pt>
    <dgm:pt modelId="{C1954AC1-0364-49D6-AB7B-6EA090AE0C0E}" type="parTrans" cxnId="{5E15BD69-3E59-4B62-82F5-55FB3611FF96}">
      <dgm:prSet/>
      <dgm:spPr/>
      <dgm:t>
        <a:bodyPr/>
        <a:lstStyle/>
        <a:p>
          <a:endParaRPr lang="fr-FR" sz="1600"/>
        </a:p>
      </dgm:t>
    </dgm:pt>
    <dgm:pt modelId="{DAEBCA73-1C37-4E5C-9CD7-FE50160CE6B5}" type="sibTrans" cxnId="{5E15BD69-3E59-4B62-82F5-55FB3611FF96}">
      <dgm:prSet/>
      <dgm:spPr/>
      <dgm:t>
        <a:bodyPr/>
        <a:lstStyle/>
        <a:p>
          <a:endParaRPr lang="fr-FR" sz="1600"/>
        </a:p>
      </dgm:t>
    </dgm:pt>
    <dgm:pt modelId="{942B0141-01F8-47DE-8A2C-70333BA0FF20}">
      <dgm:prSet phldrT="[Texte]" custT="1"/>
      <dgm:spPr/>
      <dgm:t>
        <a:bodyPr/>
        <a:lstStyle/>
        <a:p>
          <a:pPr>
            <a:buFontTx/>
            <a:buNone/>
          </a:pPr>
          <a:r>
            <a:rPr lang="fr-FR" sz="1400" b="0" kern="1200">
              <a:latin typeface="+mn-lt"/>
            </a:rPr>
            <a:t>analyse_df()</a:t>
          </a:r>
          <a:endParaRPr lang="fr-FR" sz="1400" b="0" kern="1200" dirty="0">
            <a:latin typeface="+mn-lt"/>
          </a:endParaRPr>
        </a:p>
      </dgm:t>
    </dgm:pt>
    <dgm:pt modelId="{8027AEC6-EA8C-4C52-BF5B-46876C765949}" type="parTrans" cxnId="{50D84827-3690-43A3-9628-9E9813E11063}">
      <dgm:prSet/>
      <dgm:spPr/>
      <dgm:t>
        <a:bodyPr/>
        <a:lstStyle/>
        <a:p>
          <a:endParaRPr lang="fr-FR" sz="1600"/>
        </a:p>
      </dgm:t>
    </dgm:pt>
    <dgm:pt modelId="{ADC913ED-5B94-4A9A-B029-ADD792FA2CD9}" type="sibTrans" cxnId="{50D84827-3690-43A3-9628-9E9813E11063}">
      <dgm:prSet/>
      <dgm:spPr/>
      <dgm:t>
        <a:bodyPr/>
        <a:lstStyle/>
        <a:p>
          <a:endParaRPr lang="fr-FR" sz="1600"/>
        </a:p>
      </dgm:t>
    </dgm:pt>
    <dgm:pt modelId="{29856A07-5D57-452D-81A1-5E46ACA9DFDE}">
      <dgm:prSet phldrT="[Texte]" custT="1"/>
      <dgm:spPr/>
      <dgm:t>
        <a:bodyPr/>
        <a:lstStyle/>
        <a:p>
          <a:pPr>
            <a:buFontTx/>
            <a:buNone/>
          </a:pPr>
          <a:r>
            <a:rPr lang="fr-FR" sz="1400" b="0" kern="1200">
              <a:latin typeface="+mn-lt"/>
            </a:rPr>
            <a:t>analyse_df()</a:t>
          </a:r>
          <a:endParaRPr lang="fr-FR" sz="1400" b="0" kern="1200" dirty="0">
            <a:latin typeface="+mn-lt"/>
          </a:endParaRPr>
        </a:p>
      </dgm:t>
    </dgm:pt>
    <dgm:pt modelId="{E32260DA-00A3-4798-84CC-FDC5C864A31D}" type="parTrans" cxnId="{73FFA0D6-22F7-4560-B60D-097C01891615}">
      <dgm:prSet/>
      <dgm:spPr/>
      <dgm:t>
        <a:bodyPr/>
        <a:lstStyle/>
        <a:p>
          <a:endParaRPr lang="fr-FR" sz="1600"/>
        </a:p>
      </dgm:t>
    </dgm:pt>
    <dgm:pt modelId="{EAD37041-E26F-46D8-902F-09F9290A3275}" type="sibTrans" cxnId="{73FFA0D6-22F7-4560-B60D-097C01891615}">
      <dgm:prSet/>
      <dgm:spPr/>
      <dgm:t>
        <a:bodyPr/>
        <a:lstStyle/>
        <a:p>
          <a:endParaRPr lang="fr-FR" sz="1600"/>
        </a:p>
      </dgm:t>
    </dgm:pt>
    <dgm:pt modelId="{824ECD08-1530-4A8F-BA6B-324F8159AC32}">
      <dgm:prSet phldrT="[Texte]" phldr="0" custT="1"/>
      <dgm:spPr/>
      <dgm:t>
        <a:bodyPr/>
        <a:lstStyle/>
        <a:p>
          <a:pPr>
            <a:buFontTx/>
            <a:buNone/>
          </a:pPr>
          <a:r>
            <a:rPr lang="fr-FR" sz="1400" b="0" kern="1200">
              <a:latin typeface="Franklin Gothic Book" panose="020B0502020104020203"/>
              <a:ea typeface="+mn-ea"/>
              <a:cs typeface="+mn-cs"/>
            </a:rPr>
            <a:t>migrate_mongodb()</a:t>
          </a:r>
          <a:endParaRPr lang="fr-FR" sz="1400" b="0" kern="1200" dirty="0">
            <a:latin typeface="Franklin Gothic Book" panose="020B0502020104020203"/>
            <a:ea typeface="+mn-ea"/>
            <a:cs typeface="+mn-cs"/>
          </a:endParaRPr>
        </a:p>
      </dgm:t>
    </dgm:pt>
    <dgm:pt modelId="{3EA57C8E-AE56-4E77-8278-156EDC4C5349}" type="parTrans" cxnId="{802EA92B-454D-484B-B259-7C54B8D78AE0}">
      <dgm:prSet/>
      <dgm:spPr/>
      <dgm:t>
        <a:bodyPr/>
        <a:lstStyle/>
        <a:p>
          <a:endParaRPr lang="fr-FR" sz="1600"/>
        </a:p>
      </dgm:t>
    </dgm:pt>
    <dgm:pt modelId="{E09F5E10-1CFE-4AB0-80A1-9FF0AA236395}" type="sibTrans" cxnId="{802EA92B-454D-484B-B259-7C54B8D78AE0}">
      <dgm:prSet/>
      <dgm:spPr/>
      <dgm:t>
        <a:bodyPr/>
        <a:lstStyle/>
        <a:p>
          <a:endParaRPr lang="fr-FR" sz="1600"/>
        </a:p>
      </dgm:t>
    </dgm:pt>
    <dgm:pt modelId="{FDAD7EBF-6EB6-4A8F-B871-1DEFC641C940}">
      <dgm:prSet phldrT="[Texte]" phldr="0" custT="1"/>
      <dgm:spPr/>
      <dgm:t>
        <a:bodyPr/>
        <a:lstStyle/>
        <a:p>
          <a:pPr>
            <a:buFontTx/>
            <a:buNone/>
          </a:pPr>
          <a:r>
            <a:rPr lang="fr-FR" sz="1400" b="0" kern="1200" dirty="0" err="1">
              <a:latin typeface="Franklin Gothic Book" panose="020B0502020104020203"/>
              <a:ea typeface="+mn-ea"/>
              <a:cs typeface="+mn-cs"/>
            </a:rPr>
            <a:t>create_index_mongodb</a:t>
          </a:r>
          <a:r>
            <a:rPr lang="fr-FR" sz="1400" b="0" kern="1200" dirty="0">
              <a:latin typeface="Franklin Gothic Book" panose="020B0502020104020203"/>
              <a:ea typeface="+mn-ea"/>
              <a:cs typeface="+mn-cs"/>
            </a:rPr>
            <a:t>()</a:t>
          </a:r>
        </a:p>
      </dgm:t>
    </dgm:pt>
    <dgm:pt modelId="{9341EA6F-500B-47D2-8AD3-C13E99154714}" type="parTrans" cxnId="{73D248F3-A951-4718-8F89-80CB5B9E7D3E}">
      <dgm:prSet/>
      <dgm:spPr/>
      <dgm:t>
        <a:bodyPr/>
        <a:lstStyle/>
        <a:p>
          <a:endParaRPr lang="fr-FR" sz="1600"/>
        </a:p>
      </dgm:t>
    </dgm:pt>
    <dgm:pt modelId="{41906D4A-B305-42F7-94C7-1B87BDA8765D}" type="sibTrans" cxnId="{73D248F3-A951-4718-8F89-80CB5B9E7D3E}">
      <dgm:prSet/>
      <dgm:spPr/>
      <dgm:t>
        <a:bodyPr/>
        <a:lstStyle/>
        <a:p>
          <a:endParaRPr lang="fr-FR" sz="1600"/>
        </a:p>
      </dgm:t>
    </dgm:pt>
    <dgm:pt modelId="{319C93F3-5BF6-4138-BB35-A6874338F356}">
      <dgm:prSet custT="1"/>
      <dgm:spPr/>
      <dgm:t>
        <a:bodyPr/>
        <a:lstStyle/>
        <a:p>
          <a:pPr>
            <a:buFontTx/>
            <a:buNone/>
          </a:pPr>
          <a:r>
            <a:rPr lang="fr-FR" sz="1400" dirty="0" err="1"/>
            <a:t>clean_columns_name</a:t>
          </a:r>
          <a:r>
            <a:rPr lang="fr-FR" sz="1400" dirty="0"/>
            <a:t>()</a:t>
          </a:r>
        </a:p>
      </dgm:t>
    </dgm:pt>
    <dgm:pt modelId="{D0A15A61-998F-461C-87D2-08845FF0C584}" type="parTrans" cxnId="{2331DBF1-7CDA-4041-9034-339F1B4E852F}">
      <dgm:prSet/>
      <dgm:spPr/>
      <dgm:t>
        <a:bodyPr/>
        <a:lstStyle/>
        <a:p>
          <a:endParaRPr lang="fr-FR" sz="1600"/>
        </a:p>
      </dgm:t>
    </dgm:pt>
    <dgm:pt modelId="{6E046CAF-419F-4CB1-AADA-545B29825AF0}" type="sibTrans" cxnId="{2331DBF1-7CDA-4041-9034-339F1B4E852F}">
      <dgm:prSet/>
      <dgm:spPr/>
      <dgm:t>
        <a:bodyPr/>
        <a:lstStyle/>
        <a:p>
          <a:endParaRPr lang="fr-FR" sz="1600"/>
        </a:p>
      </dgm:t>
    </dgm:pt>
    <dgm:pt modelId="{4485A37C-E31C-4560-B5E0-134899AA4E24}">
      <dgm:prSet phldrT="[Texte]" custT="1"/>
      <dgm:spPr/>
      <dgm:t>
        <a:bodyPr/>
        <a:lstStyle/>
        <a:p>
          <a:r>
            <a:rPr lang="fr-FR" sz="1800" b="1" dirty="0"/>
            <a:t>Conversion colonnes dates</a:t>
          </a:r>
        </a:p>
      </dgm:t>
    </dgm:pt>
    <dgm:pt modelId="{2A74A55E-07FD-4930-A626-33B823EB0FF4}" type="parTrans" cxnId="{9E979626-8C0C-4B0D-BCEF-F549D37F7FB5}">
      <dgm:prSet/>
      <dgm:spPr/>
      <dgm:t>
        <a:bodyPr/>
        <a:lstStyle/>
        <a:p>
          <a:endParaRPr lang="fr-FR" sz="1600"/>
        </a:p>
      </dgm:t>
    </dgm:pt>
    <dgm:pt modelId="{544F205D-3C52-49A3-962D-263D765B043A}" type="sibTrans" cxnId="{9E979626-8C0C-4B0D-BCEF-F549D37F7FB5}">
      <dgm:prSet/>
      <dgm:spPr/>
      <dgm:t>
        <a:bodyPr/>
        <a:lstStyle/>
        <a:p>
          <a:endParaRPr lang="fr-FR" sz="1600"/>
        </a:p>
      </dgm:t>
    </dgm:pt>
    <dgm:pt modelId="{D7D4EA6F-0C7A-411B-8F27-5187845161EE}">
      <dgm:prSet phldrT="[Texte]" custT="1"/>
      <dgm:spPr/>
      <dgm:t>
        <a:bodyPr/>
        <a:lstStyle/>
        <a:p>
          <a:pPr>
            <a:buFontTx/>
            <a:buNone/>
          </a:pPr>
          <a:r>
            <a:rPr lang="fr-FR" sz="1400" dirty="0" err="1"/>
            <a:t>clean_columns_content</a:t>
          </a:r>
          <a:r>
            <a:rPr lang="fr-FR" sz="1400" dirty="0"/>
            <a:t>()</a:t>
          </a:r>
        </a:p>
      </dgm:t>
    </dgm:pt>
    <dgm:pt modelId="{73D80DDB-A2BE-4B8C-B624-8E185B691BBD}" type="parTrans" cxnId="{74CDC794-D146-4E47-ABD4-414BEB86A884}">
      <dgm:prSet/>
      <dgm:spPr/>
      <dgm:t>
        <a:bodyPr/>
        <a:lstStyle/>
        <a:p>
          <a:endParaRPr lang="fr-FR" sz="1600"/>
        </a:p>
      </dgm:t>
    </dgm:pt>
    <dgm:pt modelId="{DCB86630-4A94-4576-B8C1-A1B9ABE78F98}" type="sibTrans" cxnId="{74CDC794-D146-4E47-ABD4-414BEB86A884}">
      <dgm:prSet/>
      <dgm:spPr/>
      <dgm:t>
        <a:bodyPr/>
        <a:lstStyle/>
        <a:p>
          <a:endParaRPr lang="fr-FR" sz="1600"/>
        </a:p>
      </dgm:t>
    </dgm:pt>
    <dgm:pt modelId="{1A2DB386-D502-4FC7-95CA-2EB475246A14}">
      <dgm:prSet phldrT="[Texte]" custT="1"/>
      <dgm:spPr/>
      <dgm:t>
        <a:bodyPr/>
        <a:lstStyle/>
        <a:p>
          <a:r>
            <a:rPr lang="fr-FR" sz="1800" b="1" dirty="0"/>
            <a:t>Conversion décimaux (</a:t>
          </a:r>
          <a:r>
            <a:rPr lang="fr-FR" sz="1800" b="1" dirty="0" err="1"/>
            <a:t>billing</a:t>
          </a:r>
          <a:r>
            <a:rPr lang="fr-FR" sz="1800" b="1" dirty="0"/>
            <a:t>)</a:t>
          </a:r>
        </a:p>
      </dgm:t>
    </dgm:pt>
    <dgm:pt modelId="{64378433-7E33-438C-9080-F6E2B80FCC36}" type="parTrans" cxnId="{3D68D328-F818-4E75-83CF-CCB89C104F79}">
      <dgm:prSet/>
      <dgm:spPr/>
      <dgm:t>
        <a:bodyPr/>
        <a:lstStyle/>
        <a:p>
          <a:endParaRPr lang="fr-FR" sz="1600"/>
        </a:p>
      </dgm:t>
    </dgm:pt>
    <dgm:pt modelId="{FFF5DD0E-5653-462C-A004-2D20827469C3}" type="sibTrans" cxnId="{3D68D328-F818-4E75-83CF-CCB89C104F79}">
      <dgm:prSet/>
      <dgm:spPr/>
      <dgm:t>
        <a:bodyPr/>
        <a:lstStyle/>
        <a:p>
          <a:endParaRPr lang="fr-FR" sz="1600"/>
        </a:p>
      </dgm:t>
    </dgm:pt>
    <dgm:pt modelId="{CF3DACC9-DC30-468E-8151-8541BDE26150}">
      <dgm:prSet custT="1"/>
      <dgm:spPr/>
      <dgm:t>
        <a:bodyPr/>
        <a:lstStyle/>
        <a:p>
          <a:r>
            <a:rPr lang="fr-FR" sz="1800" b="1" dirty="0"/>
            <a:t>Conversion entiers (</a:t>
          </a:r>
          <a:r>
            <a:rPr lang="fr-FR" sz="1800" b="1" dirty="0" err="1"/>
            <a:t>age</a:t>
          </a:r>
          <a:r>
            <a:rPr lang="fr-FR" sz="1800" b="1" dirty="0"/>
            <a:t>, room)</a:t>
          </a:r>
        </a:p>
      </dgm:t>
    </dgm:pt>
    <dgm:pt modelId="{050CB401-710B-484A-A000-304BCCEE4D26}" type="parTrans" cxnId="{17AB6D45-CE1E-4162-A8F7-3F6F8F865995}">
      <dgm:prSet/>
      <dgm:spPr/>
      <dgm:t>
        <a:bodyPr/>
        <a:lstStyle/>
        <a:p>
          <a:endParaRPr lang="fr-FR" sz="1600"/>
        </a:p>
      </dgm:t>
    </dgm:pt>
    <dgm:pt modelId="{63EFF768-C5B2-41DA-A643-82F241CA22A6}" type="sibTrans" cxnId="{17AB6D45-CE1E-4162-A8F7-3F6F8F865995}">
      <dgm:prSet/>
      <dgm:spPr/>
      <dgm:t>
        <a:bodyPr/>
        <a:lstStyle/>
        <a:p>
          <a:endParaRPr lang="fr-FR" sz="1600"/>
        </a:p>
      </dgm:t>
    </dgm:pt>
    <dgm:pt modelId="{8503A46D-3341-450E-A368-313E8CC6922B}">
      <dgm:prSet phldrT="[Texte]" custT="1"/>
      <dgm:spPr/>
      <dgm:t>
        <a:bodyPr/>
        <a:lstStyle/>
        <a:p>
          <a:pPr>
            <a:buFontTx/>
            <a:buNone/>
          </a:pPr>
          <a:r>
            <a:rPr lang="fr-FR" sz="1400" dirty="0" err="1"/>
            <a:t>convert_type_date</a:t>
          </a:r>
          <a:r>
            <a:rPr lang="fr-FR" sz="1400" dirty="0"/>
            <a:t>()</a:t>
          </a:r>
        </a:p>
      </dgm:t>
    </dgm:pt>
    <dgm:pt modelId="{E1E67AF3-9B1C-4A74-A49D-03354D72D82F}" type="parTrans" cxnId="{B97A9469-E5AE-4278-8C5A-5D47971D2433}">
      <dgm:prSet/>
      <dgm:spPr/>
      <dgm:t>
        <a:bodyPr/>
        <a:lstStyle/>
        <a:p>
          <a:endParaRPr lang="fr-FR" sz="1600"/>
        </a:p>
      </dgm:t>
    </dgm:pt>
    <dgm:pt modelId="{43D7D930-DF75-41AE-8E1C-65E5E80A92C3}" type="sibTrans" cxnId="{B97A9469-E5AE-4278-8C5A-5D47971D2433}">
      <dgm:prSet/>
      <dgm:spPr/>
      <dgm:t>
        <a:bodyPr/>
        <a:lstStyle/>
        <a:p>
          <a:endParaRPr lang="fr-FR" sz="1600"/>
        </a:p>
      </dgm:t>
    </dgm:pt>
    <dgm:pt modelId="{F99752D2-E73D-45B0-A33C-B51602B9FEA8}">
      <dgm:prSet phldrT="[Texte]" custT="1"/>
      <dgm:spPr/>
      <dgm:t>
        <a:bodyPr/>
        <a:lstStyle/>
        <a:p>
          <a:pPr>
            <a:buFontTx/>
            <a:buNone/>
          </a:pPr>
          <a:r>
            <a:rPr lang="fr-FR" sz="1400" dirty="0" err="1"/>
            <a:t>convert_type_float</a:t>
          </a:r>
          <a:r>
            <a:rPr lang="fr-FR" sz="1400" dirty="0"/>
            <a:t>()</a:t>
          </a:r>
        </a:p>
      </dgm:t>
    </dgm:pt>
    <dgm:pt modelId="{85EDF2C1-F042-4953-BAAF-C3FB769CFA72}" type="parTrans" cxnId="{44F055FF-3FD8-4640-AAD1-DF1E5858F2B9}">
      <dgm:prSet/>
      <dgm:spPr/>
      <dgm:t>
        <a:bodyPr/>
        <a:lstStyle/>
        <a:p>
          <a:endParaRPr lang="fr-FR" sz="1600"/>
        </a:p>
      </dgm:t>
    </dgm:pt>
    <dgm:pt modelId="{9B8E60A1-EF92-4F58-BCB6-956BB42257F3}" type="sibTrans" cxnId="{44F055FF-3FD8-4640-AAD1-DF1E5858F2B9}">
      <dgm:prSet/>
      <dgm:spPr/>
      <dgm:t>
        <a:bodyPr/>
        <a:lstStyle/>
        <a:p>
          <a:endParaRPr lang="fr-FR" sz="1600"/>
        </a:p>
      </dgm:t>
    </dgm:pt>
    <dgm:pt modelId="{6FFCCEB4-AA9C-497E-B535-A23E13C3666B}">
      <dgm:prSet custT="1"/>
      <dgm:spPr/>
      <dgm:t>
        <a:bodyPr/>
        <a:lstStyle/>
        <a:p>
          <a:pPr>
            <a:buFontTx/>
            <a:buNone/>
          </a:pPr>
          <a:r>
            <a:rPr lang="fr-FR" sz="1400" dirty="0" err="1"/>
            <a:t>convert_type_int</a:t>
          </a:r>
          <a:r>
            <a:rPr lang="fr-FR" sz="1400" dirty="0"/>
            <a:t>()</a:t>
          </a:r>
        </a:p>
      </dgm:t>
    </dgm:pt>
    <dgm:pt modelId="{4863EFAD-03A0-48B7-918E-A76D5871F268}" type="parTrans" cxnId="{6BF7A002-734F-4E48-BE6E-C99F4C0529CC}">
      <dgm:prSet/>
      <dgm:spPr/>
      <dgm:t>
        <a:bodyPr/>
        <a:lstStyle/>
        <a:p>
          <a:endParaRPr lang="fr-FR" sz="1600"/>
        </a:p>
      </dgm:t>
    </dgm:pt>
    <dgm:pt modelId="{B40E4119-BAA4-41CF-A2F8-5C655A44B180}" type="sibTrans" cxnId="{6BF7A002-734F-4E48-BE6E-C99F4C0529CC}">
      <dgm:prSet/>
      <dgm:spPr/>
      <dgm:t>
        <a:bodyPr/>
        <a:lstStyle/>
        <a:p>
          <a:endParaRPr lang="fr-FR" sz="1600"/>
        </a:p>
      </dgm:t>
    </dgm:pt>
    <dgm:pt modelId="{5AD34BE4-AFB4-491D-B978-4146FA160EED}" type="pres">
      <dgm:prSet presAssocID="{030A18F8-BDDB-470D-9FDB-1B4C731446D6}" presName="Name0" presStyleCnt="0">
        <dgm:presLayoutVars>
          <dgm:dir/>
          <dgm:animLvl val="lvl"/>
          <dgm:resizeHandles val="exact"/>
        </dgm:presLayoutVars>
      </dgm:prSet>
      <dgm:spPr/>
    </dgm:pt>
    <dgm:pt modelId="{BBD87AED-4D03-42B5-B65A-ADD92683C3EF}" type="pres">
      <dgm:prSet presAssocID="{201B2AAF-6042-4894-9CC9-2E735F479543}" presName="composite" presStyleCnt="0"/>
      <dgm:spPr/>
    </dgm:pt>
    <dgm:pt modelId="{C993C212-4F85-4FC6-ACB1-0F391E0CE638}" type="pres">
      <dgm:prSet presAssocID="{201B2AAF-6042-4894-9CC9-2E735F479543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402A4689-5F82-4095-B160-6ED5D0524EAE}" type="pres">
      <dgm:prSet presAssocID="{201B2AAF-6042-4894-9CC9-2E735F479543}" presName="desTx" presStyleLbl="alignAccFollowNode1" presStyleIdx="0" presStyleCnt="3" custLinFactNeighborX="-47725" custLinFactNeighborY="-292">
        <dgm:presLayoutVars>
          <dgm:bulletEnabled val="1"/>
        </dgm:presLayoutVars>
      </dgm:prSet>
      <dgm:spPr/>
    </dgm:pt>
    <dgm:pt modelId="{DBF24881-1A25-4F5C-923F-BC75C4893A09}" type="pres">
      <dgm:prSet presAssocID="{B56E812C-8F3B-4F04-96E9-7089420D69CF}" presName="space" presStyleCnt="0"/>
      <dgm:spPr/>
    </dgm:pt>
    <dgm:pt modelId="{84E473B1-8B63-4F25-AE51-AD1CD5048DAD}" type="pres">
      <dgm:prSet presAssocID="{FD24F202-4695-42DF-A441-FB2108DB7DEE}" presName="composite" presStyleCnt="0"/>
      <dgm:spPr/>
    </dgm:pt>
    <dgm:pt modelId="{E287B113-DC8F-4125-BDA9-760A4D0972E0}" type="pres">
      <dgm:prSet presAssocID="{FD24F202-4695-42DF-A441-FB2108DB7DE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4B86B3A-2E38-4840-A58F-760A1508EC85}" type="pres">
      <dgm:prSet presAssocID="{FD24F202-4695-42DF-A441-FB2108DB7DEE}" presName="desTx" presStyleLbl="alignAccFollowNode1" presStyleIdx="1" presStyleCnt="3">
        <dgm:presLayoutVars>
          <dgm:bulletEnabled val="1"/>
        </dgm:presLayoutVars>
      </dgm:prSet>
      <dgm:spPr/>
    </dgm:pt>
    <dgm:pt modelId="{3CEB41B0-B6EF-4621-8847-EFBB45A4051D}" type="pres">
      <dgm:prSet presAssocID="{7B4E381F-6A7C-4A2F-A787-FD28678EE7E7}" presName="space" presStyleCnt="0"/>
      <dgm:spPr/>
    </dgm:pt>
    <dgm:pt modelId="{D3D643C8-AF29-40B6-982C-086313E2636C}" type="pres">
      <dgm:prSet presAssocID="{2C81F785-B686-4A3D-B326-2DF8F3906836}" presName="composite" presStyleCnt="0"/>
      <dgm:spPr/>
    </dgm:pt>
    <dgm:pt modelId="{249659AD-BC72-4673-AF20-1C17D5591BAB}" type="pres">
      <dgm:prSet presAssocID="{2C81F785-B686-4A3D-B326-2DF8F390683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F46CA606-2E3E-48EA-AE41-8449EE4FB6B7}" type="pres">
      <dgm:prSet presAssocID="{2C81F785-B686-4A3D-B326-2DF8F390683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16A48600-D3F4-4331-A9A8-F9EC0D2FAEB8}" type="presOf" srcId="{29856A07-5D57-452D-81A1-5E46ACA9DFDE}" destId="{F4B86B3A-2E38-4840-A58F-760A1508EC85}" srcOrd="0" destOrd="9" presId="urn:microsoft.com/office/officeart/2005/8/layout/hList1"/>
    <dgm:cxn modelId="{6BF7A002-734F-4E48-BE6E-C99F4C0529CC}" srcId="{CF3DACC9-DC30-468E-8151-8541BDE26150}" destId="{6FFCCEB4-AA9C-497E-B535-A23E13C3666B}" srcOrd="0" destOrd="0" parTransId="{4863EFAD-03A0-48B7-918E-A76D5871F268}" sibTransId="{B40E4119-BAA4-41CF-A2F8-5C655A44B180}"/>
    <dgm:cxn modelId="{9E979626-8C0C-4B0D-BCEF-F549D37F7FB5}" srcId="{201B2AAF-6042-4894-9CC9-2E735F479543}" destId="{4485A37C-E31C-4560-B5E0-134899AA4E24}" srcOrd="2" destOrd="0" parTransId="{2A74A55E-07FD-4930-A626-33B823EB0FF4}" sibTransId="{544F205D-3C52-49A3-962D-263D765B043A}"/>
    <dgm:cxn modelId="{50D84827-3690-43A3-9628-9E9813E11063}" srcId="{D095DD0B-99DA-43DF-90AD-1F5037C39122}" destId="{942B0141-01F8-47DE-8A2C-70333BA0FF20}" srcOrd="0" destOrd="0" parTransId="{8027AEC6-EA8C-4C52-BF5B-46876C765949}" sibTransId="{ADC913ED-5B94-4A9A-B029-ADD792FA2CD9}"/>
    <dgm:cxn modelId="{3D68D328-F818-4E75-83CF-CCB89C104F79}" srcId="{201B2AAF-6042-4894-9CC9-2E735F479543}" destId="{1A2DB386-D502-4FC7-95CA-2EB475246A14}" srcOrd="3" destOrd="0" parTransId="{64378433-7E33-438C-9080-F6E2B80FCC36}" sibTransId="{FFF5DD0E-5653-462C-A004-2D20827469C3}"/>
    <dgm:cxn modelId="{76918829-DF2F-407B-A8D4-81AA8E8576B4}" type="presOf" srcId="{CF3DACC9-DC30-468E-8151-8541BDE26150}" destId="{402A4689-5F82-4095-B160-6ED5D0524EAE}" srcOrd="0" destOrd="8" presId="urn:microsoft.com/office/officeart/2005/8/layout/hList1"/>
    <dgm:cxn modelId="{802EA92B-454D-484B-B259-7C54B8D78AE0}" srcId="{7FAEC95F-4669-44F7-9474-179A2A08238F}" destId="{824ECD08-1530-4A8F-BA6B-324F8159AC32}" srcOrd="0" destOrd="0" parTransId="{3EA57C8E-AE56-4E77-8278-156EDC4C5349}" sibTransId="{E09F5E10-1CFE-4AB0-80A1-9FF0AA236395}"/>
    <dgm:cxn modelId="{6F25A23C-AB32-4E64-ABBF-C2D881A1387F}" srcId="{FD24F202-4695-42DF-A441-FB2108DB7DEE}" destId="{6C397841-ECB5-42F5-8608-B89728C6A873}" srcOrd="0" destOrd="0" parTransId="{84469614-6233-482E-8266-744713893455}" sibTransId="{0199EE3C-246C-4DED-98D4-90B907A527E2}"/>
    <dgm:cxn modelId="{D3F18760-AF99-4720-844A-5DAB01D7F6E8}" type="presOf" srcId="{4485A37C-E31C-4560-B5E0-134899AA4E24}" destId="{402A4689-5F82-4095-B160-6ED5D0524EAE}" srcOrd="0" destOrd="4" presId="urn:microsoft.com/office/officeart/2005/8/layout/hList1"/>
    <dgm:cxn modelId="{0D73BF60-A3DA-49AC-AD75-C34A85ED01A4}" type="presOf" srcId="{1A2DB386-D502-4FC7-95CA-2EB475246A14}" destId="{402A4689-5F82-4095-B160-6ED5D0524EAE}" srcOrd="0" destOrd="6" presId="urn:microsoft.com/office/officeart/2005/8/layout/hList1"/>
    <dgm:cxn modelId="{17AB6D45-CE1E-4162-A8F7-3F6F8F865995}" srcId="{201B2AAF-6042-4894-9CC9-2E735F479543}" destId="{CF3DACC9-DC30-468E-8151-8541BDE26150}" srcOrd="4" destOrd="0" parTransId="{050CB401-710B-484A-A000-304BCCEE4D26}" sibTransId="{63EFF768-C5B2-41DA-A643-82F241CA22A6}"/>
    <dgm:cxn modelId="{2555C846-2903-452E-BB12-A6A1B56341D8}" srcId="{2C81F785-B686-4A3D-B326-2DF8F3906836}" destId="{7FAEC95F-4669-44F7-9474-179A2A08238F}" srcOrd="0" destOrd="0" parTransId="{F628E81E-C8D4-4CB7-AA18-1826453D6E72}" sibTransId="{B9E7467F-F7FB-44DE-8788-E43020C34A49}"/>
    <dgm:cxn modelId="{B97A9469-E5AE-4278-8C5A-5D47971D2433}" srcId="{4485A37C-E31C-4560-B5E0-134899AA4E24}" destId="{8503A46D-3341-450E-A368-313E8CC6922B}" srcOrd="0" destOrd="0" parTransId="{E1E67AF3-9B1C-4A74-A49D-03354D72D82F}" sibTransId="{43D7D930-DF75-41AE-8E1C-65E5E80A92C3}"/>
    <dgm:cxn modelId="{5E15BD69-3E59-4B62-82F5-55FB3611FF96}" srcId="{3DE58DEC-1709-4C81-873A-0A800DAE5542}" destId="{4A81ADE6-DF21-46FE-A7CC-651F4694D546}" srcOrd="0" destOrd="0" parTransId="{C1954AC1-0364-49D6-AB7B-6EA090AE0C0E}" sibTransId="{DAEBCA73-1C37-4E5C-9CD7-FE50160CE6B5}"/>
    <dgm:cxn modelId="{5FDC144A-FC2E-4F85-AC93-526D3A001223}" type="presOf" srcId="{030A18F8-BDDB-470D-9FDB-1B4C731446D6}" destId="{5AD34BE4-AFB4-491D-B978-4146FA160EED}" srcOrd="0" destOrd="0" presId="urn:microsoft.com/office/officeart/2005/8/layout/hList1"/>
    <dgm:cxn modelId="{E0CA5D4C-2D2E-44FF-A044-5935B4F7D57D}" srcId="{FD24F202-4695-42DF-A441-FB2108DB7DEE}" destId="{6DD58F9E-A376-4190-81D4-80B3C00CAEE2}" srcOrd="1" destOrd="0" parTransId="{07FF3121-ECCB-4FE4-8CE2-4E715488D8DE}" sibTransId="{7C71C986-1CB3-4AAC-8612-78CF17F506C0}"/>
    <dgm:cxn modelId="{CCA30B4F-06D4-4824-BCDF-2336EC67132A}" type="presOf" srcId="{2C81F785-B686-4A3D-B326-2DF8F3906836}" destId="{249659AD-BC72-4673-AF20-1C17D5591BAB}" srcOrd="0" destOrd="0" presId="urn:microsoft.com/office/officeart/2005/8/layout/hList1"/>
    <dgm:cxn modelId="{079B6A72-04CC-478F-8C5D-9F68A36EC62F}" type="presOf" srcId="{F246A789-6AB8-49F3-89B6-B817507EBBE7}" destId="{F4B86B3A-2E38-4840-A58F-760A1508EC85}" srcOrd="0" destOrd="8" presId="urn:microsoft.com/office/officeart/2005/8/layout/hList1"/>
    <dgm:cxn modelId="{0C197453-609E-4C27-A1B8-2501E6CE261A}" type="presOf" srcId="{A499BD18-B222-4259-9DE7-B44FD861202F}" destId="{402A4689-5F82-4095-B160-6ED5D0524EAE}" srcOrd="0" destOrd="0" presId="urn:microsoft.com/office/officeart/2005/8/layout/hList1"/>
    <dgm:cxn modelId="{625E6475-36A1-4720-A472-75B745C6D3C0}" type="presOf" srcId="{7FAEC95F-4669-44F7-9474-179A2A08238F}" destId="{F46CA606-2E3E-48EA-AE41-8449EE4FB6B7}" srcOrd="0" destOrd="0" presId="urn:microsoft.com/office/officeart/2005/8/layout/hList1"/>
    <dgm:cxn modelId="{706F5B59-A260-4981-B9FD-AB314EEF605B}" srcId="{030A18F8-BDDB-470D-9FDB-1B4C731446D6}" destId="{FD24F202-4695-42DF-A441-FB2108DB7DEE}" srcOrd="1" destOrd="0" parTransId="{325A19AB-074B-4446-BDF0-6491DB2AC349}" sibTransId="{7B4E381F-6A7C-4A2F-A787-FD28678EE7E7}"/>
    <dgm:cxn modelId="{3B5D045A-C991-4CF7-8AEF-20EE1EB3636B}" srcId="{6C397841-ECB5-42F5-8608-B89728C6A873}" destId="{CFCFAC5C-DDB5-4C97-90DC-9C8308990852}" srcOrd="0" destOrd="0" parTransId="{6C7E06CA-DC8F-4ED0-8274-F5FB74D7EA54}" sibTransId="{F8967279-BF02-4582-84E9-55EB145C9680}"/>
    <dgm:cxn modelId="{0EFC4C7E-F3B7-429F-AC9D-B2D2366C08CB}" type="presOf" srcId="{FD24F202-4695-42DF-A441-FB2108DB7DEE}" destId="{E287B113-DC8F-4125-BDA9-760A4D0972E0}" srcOrd="0" destOrd="0" presId="urn:microsoft.com/office/officeart/2005/8/layout/hList1"/>
    <dgm:cxn modelId="{FD396D94-C7B2-4DDF-8BEF-4AB89086432B}" type="presOf" srcId="{CFCFAC5C-DDB5-4C97-90DC-9C8308990852}" destId="{F4B86B3A-2E38-4840-A58F-760A1508EC85}" srcOrd="0" destOrd="1" presId="urn:microsoft.com/office/officeart/2005/8/layout/hList1"/>
    <dgm:cxn modelId="{74CDC794-D146-4E47-ABD4-414BEB86A884}" srcId="{DF791F52-1D90-4C37-B92C-6C9B7C32A862}" destId="{D7D4EA6F-0C7A-411B-8F27-5187845161EE}" srcOrd="0" destOrd="0" parTransId="{73D80DDB-A2BE-4B8C-B624-8E185B691BBD}" sibTransId="{DCB86630-4A94-4576-B8C1-A1B9ABE78F98}"/>
    <dgm:cxn modelId="{0EBC7099-B03A-407A-AFC3-B1803C77D52F}" type="presOf" srcId="{6C397841-ECB5-42F5-8608-B89728C6A873}" destId="{F4B86B3A-2E38-4840-A58F-760A1508EC85}" srcOrd="0" destOrd="0" presId="urn:microsoft.com/office/officeart/2005/8/layout/hList1"/>
    <dgm:cxn modelId="{27082A9B-0885-4A34-B920-3E5CD4C2253C}" srcId="{030A18F8-BDDB-470D-9FDB-1B4C731446D6}" destId="{201B2AAF-6042-4894-9CC9-2E735F479543}" srcOrd="0" destOrd="0" parTransId="{1B640122-5F06-479F-BCB1-E92A2599104F}" sibTransId="{B56E812C-8F3B-4F04-96E9-7089420D69CF}"/>
    <dgm:cxn modelId="{B635629B-760D-4093-B028-21068AC7E76E}" srcId="{201B2AAF-6042-4894-9CC9-2E735F479543}" destId="{DF791F52-1D90-4C37-B92C-6C9B7C32A862}" srcOrd="1" destOrd="0" parTransId="{15D58020-B846-47DE-B22E-92E14E84C1DB}" sibTransId="{4CB057F2-2132-422A-A14E-6EA9D22BB3A2}"/>
    <dgm:cxn modelId="{1F9D2D9F-7ED9-4037-AA4B-7F89A8E5974F}" type="presOf" srcId="{824ECD08-1530-4A8F-BA6B-324F8159AC32}" destId="{F46CA606-2E3E-48EA-AE41-8449EE4FB6B7}" srcOrd="0" destOrd="1" presId="urn:microsoft.com/office/officeart/2005/8/layout/hList1"/>
    <dgm:cxn modelId="{C1D903A2-F3E3-4486-B03E-06C670C6510F}" type="presOf" srcId="{201B2AAF-6042-4894-9CC9-2E735F479543}" destId="{C993C212-4F85-4FC6-ACB1-0F391E0CE638}" srcOrd="0" destOrd="0" presId="urn:microsoft.com/office/officeart/2005/8/layout/hList1"/>
    <dgm:cxn modelId="{F69842AC-C3BE-4075-9BDA-B95245A34B32}" srcId="{030A18F8-BDDB-470D-9FDB-1B4C731446D6}" destId="{2C81F785-B686-4A3D-B326-2DF8F3906836}" srcOrd="2" destOrd="0" parTransId="{0E719C52-C631-4916-8DDE-257898C6D5F5}" sibTransId="{AC83E7BB-71A2-4CED-9D11-DA674D25ABE8}"/>
    <dgm:cxn modelId="{C3518BAD-E159-4A82-83BE-46917C0D11D7}" type="presOf" srcId="{FDAD7EBF-6EB6-4A8F-B871-1DEFC641C940}" destId="{F46CA606-2E3E-48EA-AE41-8449EE4FB6B7}" srcOrd="0" destOrd="3" presId="urn:microsoft.com/office/officeart/2005/8/layout/hList1"/>
    <dgm:cxn modelId="{E9F80FAF-ABF6-4BF2-BD5B-3156342EF56E}" srcId="{FD24F202-4695-42DF-A441-FB2108DB7DEE}" destId="{F246A789-6AB8-49F3-89B6-B817507EBBE7}" srcOrd="4" destOrd="0" parTransId="{E8638F18-82F4-4D1C-A06F-E8B60C969A21}" sibTransId="{E019CB8D-4CF1-4EE2-8D4C-FE84DCB62665}"/>
    <dgm:cxn modelId="{B0F50FB7-FDA9-4A1B-A4DB-866BFD8C84EF}" type="presOf" srcId="{DF791F52-1D90-4C37-B92C-6C9B7C32A862}" destId="{402A4689-5F82-4095-B160-6ED5D0524EAE}" srcOrd="0" destOrd="2" presId="urn:microsoft.com/office/officeart/2005/8/layout/hList1"/>
    <dgm:cxn modelId="{BD3D25C0-B1E3-4113-B8DE-0469CCF398B6}" srcId="{FD24F202-4695-42DF-A441-FB2108DB7DEE}" destId="{3DE58DEC-1709-4C81-873A-0A800DAE5542}" srcOrd="2" destOrd="0" parTransId="{AAE3965F-A6FD-4644-8CDC-45F8E59654E3}" sibTransId="{07ACAC39-A19B-4A77-8FF1-BF5BAACE72FC}"/>
    <dgm:cxn modelId="{FD9658C5-699C-4AE1-BBB5-3091579EFB0F}" srcId="{6DD58F9E-A376-4190-81D4-80B3C00CAEE2}" destId="{CA1DDF1C-0A59-4BFF-AA6F-7E47B8683A1E}" srcOrd="0" destOrd="0" parTransId="{32489298-94A8-4C8D-A515-B626C029D012}" sibTransId="{1509D4C3-2B0A-4AFE-8339-C9DDD25F5FF1}"/>
    <dgm:cxn modelId="{87764CCE-6F8C-4D13-9FD5-BFF34135F1B8}" srcId="{FD24F202-4695-42DF-A441-FB2108DB7DEE}" destId="{D095DD0B-99DA-43DF-90AD-1F5037C39122}" srcOrd="3" destOrd="0" parTransId="{FFC0663E-DDFB-4349-A9AE-375825534CF7}" sibTransId="{3DE8429C-AA0B-4ED0-AD76-29ACCFA2271B}"/>
    <dgm:cxn modelId="{B998DCCF-EBBF-479A-8759-E316C61C2706}" type="presOf" srcId="{3DE58DEC-1709-4C81-873A-0A800DAE5542}" destId="{F4B86B3A-2E38-4840-A58F-760A1508EC85}" srcOrd="0" destOrd="4" presId="urn:microsoft.com/office/officeart/2005/8/layout/hList1"/>
    <dgm:cxn modelId="{45FBA3D2-2F5D-4006-AEA9-1236B43E4126}" srcId="{2C81F785-B686-4A3D-B326-2DF8F3906836}" destId="{F0449551-41E8-4F0D-9337-0CF425C1ABBB}" srcOrd="1" destOrd="0" parTransId="{019F4629-8D5E-447A-8E35-C0B1F4AA270E}" sibTransId="{732C8829-24AB-4688-80DE-95C4569D75B3}"/>
    <dgm:cxn modelId="{98120BD3-53E0-48C8-ACAB-5B8374226F1E}" srcId="{201B2AAF-6042-4894-9CC9-2E735F479543}" destId="{A499BD18-B222-4259-9DE7-B44FD861202F}" srcOrd="0" destOrd="0" parTransId="{F55664BA-7D82-456D-B1F9-786CE02F2231}" sibTransId="{0FA2E3C5-16A9-4765-A693-D539E190C038}"/>
    <dgm:cxn modelId="{070170D3-F411-4824-B8B4-F1AB1D873AEC}" type="presOf" srcId="{942B0141-01F8-47DE-8A2C-70333BA0FF20}" destId="{F4B86B3A-2E38-4840-A58F-760A1508EC85}" srcOrd="0" destOrd="7" presId="urn:microsoft.com/office/officeart/2005/8/layout/hList1"/>
    <dgm:cxn modelId="{EB297DD3-6E0C-4EBC-B8E6-12BFDFF4041F}" type="presOf" srcId="{6DD58F9E-A376-4190-81D4-80B3C00CAEE2}" destId="{F4B86B3A-2E38-4840-A58F-760A1508EC85}" srcOrd="0" destOrd="2" presId="urn:microsoft.com/office/officeart/2005/8/layout/hList1"/>
    <dgm:cxn modelId="{73FFA0D6-22F7-4560-B60D-097C01891615}" srcId="{F246A789-6AB8-49F3-89B6-B817507EBBE7}" destId="{29856A07-5D57-452D-81A1-5E46ACA9DFDE}" srcOrd="0" destOrd="0" parTransId="{E32260DA-00A3-4798-84CC-FDC5C864A31D}" sibTransId="{EAD37041-E26F-46D8-902F-09F9290A3275}"/>
    <dgm:cxn modelId="{609DF0DA-909A-403E-9C90-F1447B5AACA8}" type="presOf" srcId="{F99752D2-E73D-45B0-A33C-B51602B9FEA8}" destId="{402A4689-5F82-4095-B160-6ED5D0524EAE}" srcOrd="0" destOrd="7" presId="urn:microsoft.com/office/officeart/2005/8/layout/hList1"/>
    <dgm:cxn modelId="{DCF305DF-FE55-45E4-8FDC-A7A6FA3C6BE7}" type="presOf" srcId="{F0449551-41E8-4F0D-9337-0CF425C1ABBB}" destId="{F46CA606-2E3E-48EA-AE41-8449EE4FB6B7}" srcOrd="0" destOrd="2" presId="urn:microsoft.com/office/officeart/2005/8/layout/hList1"/>
    <dgm:cxn modelId="{B85A0EE6-3E5E-493F-9E07-044AA41103BF}" type="presOf" srcId="{D7D4EA6F-0C7A-411B-8F27-5187845161EE}" destId="{402A4689-5F82-4095-B160-6ED5D0524EAE}" srcOrd="0" destOrd="3" presId="urn:microsoft.com/office/officeart/2005/8/layout/hList1"/>
    <dgm:cxn modelId="{8360BEE7-8A5D-4349-99FE-F2665E09193E}" type="presOf" srcId="{319C93F3-5BF6-4138-BB35-A6874338F356}" destId="{402A4689-5F82-4095-B160-6ED5D0524EAE}" srcOrd="0" destOrd="1" presId="urn:microsoft.com/office/officeart/2005/8/layout/hList1"/>
    <dgm:cxn modelId="{FB2212EB-AB66-417E-8E6E-EF80ED3B5C8B}" type="presOf" srcId="{D095DD0B-99DA-43DF-90AD-1F5037C39122}" destId="{F4B86B3A-2E38-4840-A58F-760A1508EC85}" srcOrd="0" destOrd="6" presId="urn:microsoft.com/office/officeart/2005/8/layout/hList1"/>
    <dgm:cxn modelId="{9E82D3EB-A792-4A46-89B2-8BF2FB6EBAF8}" type="presOf" srcId="{CA1DDF1C-0A59-4BFF-AA6F-7E47B8683A1E}" destId="{F4B86B3A-2E38-4840-A58F-760A1508EC85}" srcOrd="0" destOrd="3" presId="urn:microsoft.com/office/officeart/2005/8/layout/hList1"/>
    <dgm:cxn modelId="{2331DBF1-7CDA-4041-9034-339F1B4E852F}" srcId="{A499BD18-B222-4259-9DE7-B44FD861202F}" destId="{319C93F3-5BF6-4138-BB35-A6874338F356}" srcOrd="0" destOrd="0" parTransId="{D0A15A61-998F-461C-87D2-08845FF0C584}" sibTransId="{6E046CAF-419F-4CB1-AADA-545B29825AF0}"/>
    <dgm:cxn modelId="{7001D1F2-0B22-4049-A311-F4E64EC34808}" type="presOf" srcId="{4A81ADE6-DF21-46FE-A7CC-651F4694D546}" destId="{F4B86B3A-2E38-4840-A58F-760A1508EC85}" srcOrd="0" destOrd="5" presId="urn:microsoft.com/office/officeart/2005/8/layout/hList1"/>
    <dgm:cxn modelId="{73D248F3-A951-4718-8F89-80CB5B9E7D3E}" srcId="{F0449551-41E8-4F0D-9337-0CF425C1ABBB}" destId="{FDAD7EBF-6EB6-4A8F-B871-1DEFC641C940}" srcOrd="0" destOrd="0" parTransId="{9341EA6F-500B-47D2-8AD3-C13E99154714}" sibTransId="{41906D4A-B305-42F7-94C7-1B87BDA8765D}"/>
    <dgm:cxn modelId="{2119BDF9-6469-4182-815E-79BD1C9DAE81}" type="presOf" srcId="{8503A46D-3341-450E-A368-313E8CC6922B}" destId="{402A4689-5F82-4095-B160-6ED5D0524EAE}" srcOrd="0" destOrd="5" presId="urn:microsoft.com/office/officeart/2005/8/layout/hList1"/>
    <dgm:cxn modelId="{97F475FA-0E49-4503-9CBB-DEE060C3F806}" type="presOf" srcId="{6FFCCEB4-AA9C-497E-B535-A23E13C3666B}" destId="{402A4689-5F82-4095-B160-6ED5D0524EAE}" srcOrd="0" destOrd="9" presId="urn:microsoft.com/office/officeart/2005/8/layout/hList1"/>
    <dgm:cxn modelId="{44F055FF-3FD8-4640-AAD1-DF1E5858F2B9}" srcId="{1A2DB386-D502-4FC7-95CA-2EB475246A14}" destId="{F99752D2-E73D-45B0-A33C-B51602B9FEA8}" srcOrd="0" destOrd="0" parTransId="{85EDF2C1-F042-4953-BAAF-C3FB769CFA72}" sibTransId="{9B8E60A1-EF92-4F58-BCB6-956BB42257F3}"/>
    <dgm:cxn modelId="{52DF7125-9396-4060-B322-4D481A7DD06A}" type="presParOf" srcId="{5AD34BE4-AFB4-491D-B978-4146FA160EED}" destId="{BBD87AED-4D03-42B5-B65A-ADD92683C3EF}" srcOrd="0" destOrd="0" presId="urn:microsoft.com/office/officeart/2005/8/layout/hList1"/>
    <dgm:cxn modelId="{31373DE8-4D78-4794-AB65-D1356D7C732B}" type="presParOf" srcId="{BBD87AED-4D03-42B5-B65A-ADD92683C3EF}" destId="{C993C212-4F85-4FC6-ACB1-0F391E0CE638}" srcOrd="0" destOrd="0" presId="urn:microsoft.com/office/officeart/2005/8/layout/hList1"/>
    <dgm:cxn modelId="{0569FDEC-2407-4839-B60C-B66F324987E6}" type="presParOf" srcId="{BBD87AED-4D03-42B5-B65A-ADD92683C3EF}" destId="{402A4689-5F82-4095-B160-6ED5D0524EAE}" srcOrd="1" destOrd="0" presId="urn:microsoft.com/office/officeart/2005/8/layout/hList1"/>
    <dgm:cxn modelId="{FE02DBA2-3FC8-4DB5-B21C-0D06AC442F1B}" type="presParOf" srcId="{5AD34BE4-AFB4-491D-B978-4146FA160EED}" destId="{DBF24881-1A25-4F5C-923F-BC75C4893A09}" srcOrd="1" destOrd="0" presId="urn:microsoft.com/office/officeart/2005/8/layout/hList1"/>
    <dgm:cxn modelId="{B0449366-29AC-4A2F-AC73-6DE8D7ED64F9}" type="presParOf" srcId="{5AD34BE4-AFB4-491D-B978-4146FA160EED}" destId="{84E473B1-8B63-4F25-AE51-AD1CD5048DAD}" srcOrd="2" destOrd="0" presId="urn:microsoft.com/office/officeart/2005/8/layout/hList1"/>
    <dgm:cxn modelId="{ED748095-4E30-40F1-AF57-B62617F29408}" type="presParOf" srcId="{84E473B1-8B63-4F25-AE51-AD1CD5048DAD}" destId="{E287B113-DC8F-4125-BDA9-760A4D0972E0}" srcOrd="0" destOrd="0" presId="urn:microsoft.com/office/officeart/2005/8/layout/hList1"/>
    <dgm:cxn modelId="{ED5C35B2-86D4-4741-90B0-D88EBF90AEF3}" type="presParOf" srcId="{84E473B1-8B63-4F25-AE51-AD1CD5048DAD}" destId="{F4B86B3A-2E38-4840-A58F-760A1508EC85}" srcOrd="1" destOrd="0" presId="urn:microsoft.com/office/officeart/2005/8/layout/hList1"/>
    <dgm:cxn modelId="{0CF281C2-C203-42C9-A272-8198318B3217}" type="presParOf" srcId="{5AD34BE4-AFB4-491D-B978-4146FA160EED}" destId="{3CEB41B0-B6EF-4621-8847-EFBB45A4051D}" srcOrd="3" destOrd="0" presId="urn:microsoft.com/office/officeart/2005/8/layout/hList1"/>
    <dgm:cxn modelId="{E8BCA25C-6D1B-4FD8-AB3B-6DE78FA49217}" type="presParOf" srcId="{5AD34BE4-AFB4-491D-B978-4146FA160EED}" destId="{D3D643C8-AF29-40B6-982C-086313E2636C}" srcOrd="4" destOrd="0" presId="urn:microsoft.com/office/officeart/2005/8/layout/hList1"/>
    <dgm:cxn modelId="{68C386C5-B36C-4C01-A9C6-5738BC6EE1E5}" type="presParOf" srcId="{D3D643C8-AF29-40B6-982C-086313E2636C}" destId="{249659AD-BC72-4673-AF20-1C17D5591BAB}" srcOrd="0" destOrd="0" presId="urn:microsoft.com/office/officeart/2005/8/layout/hList1"/>
    <dgm:cxn modelId="{2557C7C0-FA4E-4365-A50B-1939677D322F}" type="presParOf" srcId="{D3D643C8-AF29-40B6-982C-086313E2636C}" destId="{F46CA606-2E3E-48EA-AE41-8449EE4FB6B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BEB04EA-2A1D-4233-8432-18F3302557BE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42E72EA3-4EAC-4FB2-A2E4-06B32E132E59}" type="pres">
      <dgm:prSet presAssocID="{3BEB04EA-2A1D-4233-8432-18F3302557BE}" presName="diagram" presStyleCnt="0">
        <dgm:presLayoutVars>
          <dgm:dir/>
          <dgm:resizeHandles val="exact"/>
        </dgm:presLayoutVars>
      </dgm:prSet>
      <dgm:spPr/>
    </dgm:pt>
  </dgm:ptLst>
  <dgm:cxnLst>
    <dgm:cxn modelId="{2A19BEBE-7E0E-4B50-A936-08F4C5C992A5}" type="presOf" srcId="{3BEB04EA-2A1D-4233-8432-18F3302557BE}" destId="{42E72EA3-4EAC-4FB2-A2E4-06B32E132E59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30A18F8-BDDB-470D-9FDB-1B4C731446D6}" type="doc">
      <dgm:prSet loTypeId="urn:microsoft.com/office/officeart/2005/8/layout/hList1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201B2AAF-6042-4894-9CC9-2E735F479543}">
      <dgm:prSet phldrT="[Texte]" phldr="0" custT="1"/>
      <dgm:spPr/>
      <dgm:t>
        <a:bodyPr/>
        <a:lstStyle/>
        <a:p>
          <a:r>
            <a:rPr lang="fr-FR" sz="2800" b="1" dirty="0">
              <a:solidFill>
                <a:schemeClr val="bg1"/>
              </a:solidFill>
            </a:rPr>
            <a:t>CREATE</a:t>
          </a:r>
        </a:p>
      </dgm:t>
    </dgm:pt>
    <dgm:pt modelId="{1B640122-5F06-479F-BCB1-E92A2599104F}" type="parTrans" cxnId="{27082A9B-0885-4A34-B920-3E5CD4C2253C}">
      <dgm:prSet/>
      <dgm:spPr/>
      <dgm:t>
        <a:bodyPr/>
        <a:lstStyle/>
        <a:p>
          <a:endParaRPr lang="fr-FR" sz="1600"/>
        </a:p>
      </dgm:t>
    </dgm:pt>
    <dgm:pt modelId="{B56E812C-8F3B-4F04-96E9-7089420D69CF}" type="sibTrans" cxnId="{27082A9B-0885-4A34-B920-3E5CD4C2253C}">
      <dgm:prSet/>
      <dgm:spPr/>
      <dgm:t>
        <a:bodyPr/>
        <a:lstStyle/>
        <a:p>
          <a:endParaRPr lang="fr-FR" sz="1600"/>
        </a:p>
      </dgm:t>
    </dgm:pt>
    <dgm:pt modelId="{A499BD18-B222-4259-9DE7-B44FD861202F}">
      <dgm:prSet phldrT="[Texte]" custT="1"/>
      <dgm:spPr/>
      <dgm:t>
        <a:bodyPr/>
        <a:lstStyle/>
        <a:p>
          <a:pPr algn="ctr">
            <a:buNone/>
          </a:pPr>
          <a:r>
            <a:rPr lang="fr-FR" sz="1800" b="1" dirty="0" err="1"/>
            <a:t>create_one_document</a:t>
          </a:r>
          <a:r>
            <a:rPr lang="fr-FR" sz="1800" b="1" dirty="0"/>
            <a:t>()
</a:t>
          </a:r>
          <a:r>
            <a:rPr lang="fr-FR" sz="1800" b="1" dirty="0" err="1"/>
            <a:t>create_documents</a:t>
          </a:r>
          <a:r>
            <a:rPr lang="fr-FR" sz="1800" b="1" dirty="0"/>
            <a:t>()</a:t>
          </a:r>
        </a:p>
      </dgm:t>
    </dgm:pt>
    <dgm:pt modelId="{F55664BA-7D82-456D-B1F9-786CE02F2231}" type="parTrans" cxnId="{98120BD3-53E0-48C8-ACAB-5B8374226F1E}">
      <dgm:prSet/>
      <dgm:spPr/>
      <dgm:t>
        <a:bodyPr/>
        <a:lstStyle/>
        <a:p>
          <a:endParaRPr lang="fr-FR" sz="1600"/>
        </a:p>
      </dgm:t>
    </dgm:pt>
    <dgm:pt modelId="{0FA2E3C5-16A9-4765-A693-D539E190C038}" type="sibTrans" cxnId="{98120BD3-53E0-48C8-ACAB-5B8374226F1E}">
      <dgm:prSet/>
      <dgm:spPr/>
      <dgm:t>
        <a:bodyPr/>
        <a:lstStyle/>
        <a:p>
          <a:endParaRPr lang="fr-FR" sz="1600"/>
        </a:p>
      </dgm:t>
    </dgm:pt>
    <dgm:pt modelId="{FD24F202-4695-42DF-A441-FB2108DB7DEE}">
      <dgm:prSet phldrT="[Texte]" phldr="0" custT="1"/>
      <dgm:spPr/>
      <dgm:t>
        <a:bodyPr/>
        <a:lstStyle/>
        <a:p>
          <a:r>
            <a:rPr lang="fr-FR" sz="2800" b="1" dirty="0">
              <a:solidFill>
                <a:schemeClr val="bg1"/>
              </a:solidFill>
            </a:rPr>
            <a:t>READ</a:t>
          </a:r>
        </a:p>
      </dgm:t>
    </dgm:pt>
    <dgm:pt modelId="{325A19AB-074B-4446-BDF0-6491DB2AC349}" type="parTrans" cxnId="{706F5B59-A260-4981-B9FD-AB314EEF605B}">
      <dgm:prSet/>
      <dgm:spPr/>
      <dgm:t>
        <a:bodyPr/>
        <a:lstStyle/>
        <a:p>
          <a:endParaRPr lang="fr-FR" sz="1600"/>
        </a:p>
      </dgm:t>
    </dgm:pt>
    <dgm:pt modelId="{7B4E381F-6A7C-4A2F-A787-FD28678EE7E7}" type="sibTrans" cxnId="{706F5B59-A260-4981-B9FD-AB314EEF605B}">
      <dgm:prSet/>
      <dgm:spPr/>
      <dgm:t>
        <a:bodyPr/>
        <a:lstStyle/>
        <a:p>
          <a:endParaRPr lang="fr-FR" sz="1600"/>
        </a:p>
      </dgm:t>
    </dgm:pt>
    <dgm:pt modelId="{6C397841-ECB5-42F5-8608-B89728C6A873}">
      <dgm:prSet phldrT="[Texte]" phldr="0" custT="1"/>
      <dgm:spPr/>
      <dgm:t>
        <a:bodyPr/>
        <a:lstStyle/>
        <a:p>
          <a:pPr algn="ctr">
            <a:buNone/>
          </a:pPr>
          <a:r>
            <a:rPr lang="fr-FR" sz="1800" b="1" kern="1200" dirty="0" err="1">
              <a:latin typeface="+mn-lt"/>
              <a:ea typeface="Calibri" pitchFamily="34" charset="-122"/>
              <a:cs typeface="Calibri" pitchFamily="34" charset="-120"/>
            </a:rPr>
            <a:t>read_one_document</a:t>
          </a:r>
          <a:r>
            <a:rPr lang="fr-FR" sz="1800" b="1" kern="1200" dirty="0">
              <a:latin typeface="+mn-lt"/>
              <a:ea typeface="Calibri" pitchFamily="34" charset="-122"/>
              <a:cs typeface="Calibri" pitchFamily="34" charset="-120"/>
            </a:rPr>
            <a:t>()
</a:t>
          </a:r>
          <a:r>
            <a:rPr lang="fr-FR" sz="1800" b="1" kern="1200" dirty="0" err="1">
              <a:latin typeface="+mn-lt"/>
              <a:ea typeface="Calibri" pitchFamily="34" charset="-122"/>
              <a:cs typeface="Calibri" pitchFamily="34" charset="-120"/>
            </a:rPr>
            <a:t>read_documents</a:t>
          </a:r>
          <a:r>
            <a:rPr lang="fr-FR" sz="1800" b="1" kern="1200" dirty="0">
              <a:latin typeface="+mn-lt"/>
              <a:ea typeface="Calibri" pitchFamily="34" charset="-122"/>
              <a:cs typeface="Calibri" pitchFamily="34" charset="-120"/>
            </a:rPr>
            <a:t>()</a:t>
          </a:r>
          <a:endParaRPr lang="fr-FR" sz="1800" kern="1200" dirty="0">
            <a:latin typeface="+mn-lt"/>
          </a:endParaRPr>
        </a:p>
      </dgm:t>
    </dgm:pt>
    <dgm:pt modelId="{84469614-6233-482E-8266-744713893455}" type="parTrans" cxnId="{6F25A23C-AB32-4E64-ABBF-C2D881A1387F}">
      <dgm:prSet/>
      <dgm:spPr/>
      <dgm:t>
        <a:bodyPr/>
        <a:lstStyle/>
        <a:p>
          <a:endParaRPr lang="fr-FR" sz="1600"/>
        </a:p>
      </dgm:t>
    </dgm:pt>
    <dgm:pt modelId="{0199EE3C-246C-4DED-98D4-90B907A527E2}" type="sibTrans" cxnId="{6F25A23C-AB32-4E64-ABBF-C2D881A1387F}">
      <dgm:prSet/>
      <dgm:spPr/>
      <dgm:t>
        <a:bodyPr/>
        <a:lstStyle/>
        <a:p>
          <a:endParaRPr lang="fr-FR" sz="1600"/>
        </a:p>
      </dgm:t>
    </dgm:pt>
    <dgm:pt modelId="{2C81F785-B686-4A3D-B326-2DF8F3906836}">
      <dgm:prSet phldrT="[Texte]" phldr="0" custT="1"/>
      <dgm:spPr/>
      <dgm:t>
        <a:bodyPr/>
        <a:lstStyle/>
        <a:p>
          <a:r>
            <a:rPr lang="fr-FR" sz="2800" b="1" dirty="0">
              <a:solidFill>
                <a:schemeClr val="bg1"/>
              </a:solidFill>
            </a:rPr>
            <a:t>UPDATE</a:t>
          </a:r>
        </a:p>
      </dgm:t>
    </dgm:pt>
    <dgm:pt modelId="{0E719C52-C631-4916-8DDE-257898C6D5F5}" type="parTrans" cxnId="{F69842AC-C3BE-4075-9BDA-B95245A34B32}">
      <dgm:prSet/>
      <dgm:spPr/>
      <dgm:t>
        <a:bodyPr/>
        <a:lstStyle/>
        <a:p>
          <a:endParaRPr lang="fr-FR" sz="1600"/>
        </a:p>
      </dgm:t>
    </dgm:pt>
    <dgm:pt modelId="{AC83E7BB-71A2-4CED-9D11-DA674D25ABE8}" type="sibTrans" cxnId="{F69842AC-C3BE-4075-9BDA-B95245A34B32}">
      <dgm:prSet/>
      <dgm:spPr/>
      <dgm:t>
        <a:bodyPr/>
        <a:lstStyle/>
        <a:p>
          <a:endParaRPr lang="fr-FR" sz="1600"/>
        </a:p>
      </dgm:t>
    </dgm:pt>
    <dgm:pt modelId="{7FAEC95F-4669-44F7-9474-179A2A08238F}">
      <dgm:prSet phldrT="[Texte]" phldr="0" custT="1"/>
      <dgm:spPr/>
      <dgm:t>
        <a:bodyPr/>
        <a:lstStyle/>
        <a:p>
          <a:pPr algn="ctr">
            <a:buNone/>
          </a:pPr>
          <a:r>
            <a:rPr lang="fr-FR" sz="1800" b="1" kern="1200" dirty="0" err="1">
              <a:latin typeface="Franklin Gothic Book" panose="020B0502020104020203"/>
              <a:ea typeface="+mn-ea"/>
              <a:cs typeface="+mn-cs"/>
            </a:rPr>
            <a:t>update_one_document</a:t>
          </a:r>
          <a:r>
            <a:rPr lang="fr-FR" sz="1800" b="1" kern="1200" dirty="0">
              <a:latin typeface="Franklin Gothic Book" panose="020B0502020104020203"/>
              <a:ea typeface="+mn-ea"/>
              <a:cs typeface="+mn-cs"/>
            </a:rPr>
            <a:t>()
</a:t>
          </a:r>
          <a:r>
            <a:rPr lang="fr-FR" sz="1800" b="1" kern="1200" dirty="0" err="1">
              <a:latin typeface="Franklin Gothic Book" panose="020B0502020104020203"/>
              <a:ea typeface="+mn-ea"/>
              <a:cs typeface="+mn-cs"/>
            </a:rPr>
            <a:t>update_documents</a:t>
          </a:r>
          <a:r>
            <a:rPr lang="fr-FR" sz="1800" b="1" kern="1200" dirty="0">
              <a:latin typeface="Franklin Gothic Book" panose="020B0502020104020203"/>
              <a:ea typeface="+mn-ea"/>
              <a:cs typeface="+mn-cs"/>
            </a:rPr>
            <a:t>()
Mise à jour d'un ou plusieurs documents</a:t>
          </a:r>
        </a:p>
      </dgm:t>
    </dgm:pt>
    <dgm:pt modelId="{F628E81E-C8D4-4CB7-AA18-1826453D6E72}" type="parTrans" cxnId="{2555C846-2903-452E-BB12-A6A1B56341D8}">
      <dgm:prSet/>
      <dgm:spPr/>
      <dgm:t>
        <a:bodyPr/>
        <a:lstStyle/>
        <a:p>
          <a:endParaRPr lang="fr-FR" sz="1600"/>
        </a:p>
      </dgm:t>
    </dgm:pt>
    <dgm:pt modelId="{B9E7467F-F7FB-44DE-8788-E43020C34A49}" type="sibTrans" cxnId="{2555C846-2903-452E-BB12-A6A1B56341D8}">
      <dgm:prSet/>
      <dgm:spPr/>
      <dgm:t>
        <a:bodyPr/>
        <a:lstStyle/>
        <a:p>
          <a:endParaRPr lang="fr-FR" sz="1600"/>
        </a:p>
      </dgm:t>
    </dgm:pt>
    <dgm:pt modelId="{EE7F0B7F-7A87-45E4-8537-52B0BB6DA49F}">
      <dgm:prSet custT="1"/>
      <dgm:spPr/>
      <dgm:t>
        <a:bodyPr/>
        <a:lstStyle/>
        <a:p>
          <a:pPr algn="l"/>
          <a:endParaRPr lang="fr-FR" sz="1800" b="1" dirty="0"/>
        </a:p>
      </dgm:t>
    </dgm:pt>
    <dgm:pt modelId="{608B28AA-9934-491D-8160-5F069516BAD1}" type="parTrans" cxnId="{C8C5AABC-C02C-4AE9-B4DE-B20089C36BEF}">
      <dgm:prSet/>
      <dgm:spPr/>
      <dgm:t>
        <a:bodyPr/>
        <a:lstStyle/>
        <a:p>
          <a:endParaRPr lang="fr-FR"/>
        </a:p>
      </dgm:t>
    </dgm:pt>
    <dgm:pt modelId="{708832CA-4EDC-4953-B0C3-84D71FD248B4}" type="sibTrans" cxnId="{C8C5AABC-C02C-4AE9-B4DE-B20089C36BEF}">
      <dgm:prSet/>
      <dgm:spPr/>
      <dgm:t>
        <a:bodyPr/>
        <a:lstStyle/>
        <a:p>
          <a:endParaRPr lang="fr-FR"/>
        </a:p>
      </dgm:t>
    </dgm:pt>
    <dgm:pt modelId="{71FEE962-0B4A-4149-9CCB-90C9A4EBE65D}">
      <dgm:prSet phldrT="[Texte]" custT="1"/>
      <dgm:spPr/>
      <dgm:t>
        <a:bodyPr/>
        <a:lstStyle/>
        <a:p>
          <a:pPr algn="ctr"/>
          <a:endParaRPr lang="fr-FR" sz="1800" b="1" dirty="0"/>
        </a:p>
      </dgm:t>
    </dgm:pt>
    <dgm:pt modelId="{70D71C3C-16B6-4E35-BACB-C94A9925DC98}" type="parTrans" cxnId="{074995D2-F29C-4DC0-8C50-5EE7BCBA8D90}">
      <dgm:prSet/>
      <dgm:spPr/>
      <dgm:t>
        <a:bodyPr/>
        <a:lstStyle/>
        <a:p>
          <a:endParaRPr lang="fr-FR"/>
        </a:p>
      </dgm:t>
    </dgm:pt>
    <dgm:pt modelId="{3DA817F2-24C3-4606-B9B2-D1619EBE405E}" type="sibTrans" cxnId="{074995D2-F29C-4DC0-8C50-5EE7BCBA8D90}">
      <dgm:prSet/>
      <dgm:spPr/>
      <dgm:t>
        <a:bodyPr/>
        <a:lstStyle/>
        <a:p>
          <a:endParaRPr lang="fr-FR"/>
        </a:p>
      </dgm:t>
    </dgm:pt>
    <dgm:pt modelId="{B26C5A88-6585-4F5B-BD53-4EBF4CB1868A}">
      <dgm:prSet phldrT="[Texte]" custT="1"/>
      <dgm:spPr/>
      <dgm:t>
        <a:bodyPr/>
        <a:lstStyle/>
        <a:p>
          <a:pPr algn="ctr">
            <a:buFontTx/>
            <a:buNone/>
          </a:pPr>
          <a:r>
            <a:rPr lang="fr-FR" sz="1800" b="1" dirty="0"/>
            <a:t>Insertion d'un ou plusieurs documents dans la collection</a:t>
          </a:r>
        </a:p>
      </dgm:t>
    </dgm:pt>
    <dgm:pt modelId="{5F2B1101-F5C3-4107-9CA2-351AFE31BA49}" type="parTrans" cxnId="{ABF7D74E-7146-4E2C-B806-B3E60A601703}">
      <dgm:prSet/>
      <dgm:spPr/>
      <dgm:t>
        <a:bodyPr/>
        <a:lstStyle/>
        <a:p>
          <a:endParaRPr lang="fr-FR"/>
        </a:p>
      </dgm:t>
    </dgm:pt>
    <dgm:pt modelId="{59C9252F-81D5-4DEF-A3A5-2308669642A8}" type="sibTrans" cxnId="{ABF7D74E-7146-4E2C-B806-B3E60A601703}">
      <dgm:prSet/>
      <dgm:spPr/>
      <dgm:t>
        <a:bodyPr/>
        <a:lstStyle/>
        <a:p>
          <a:endParaRPr lang="fr-FR"/>
        </a:p>
      </dgm:t>
    </dgm:pt>
    <dgm:pt modelId="{7F0865F7-7DFF-45B8-85EF-EA7017CBF30D}">
      <dgm:prSet custT="1"/>
      <dgm:spPr/>
      <dgm:t>
        <a:bodyPr/>
        <a:lstStyle/>
        <a:p>
          <a:pPr algn="l"/>
          <a:endParaRPr lang="fr-FR" sz="1800" b="1" kern="1200" dirty="0">
            <a:latin typeface="+mn-lt"/>
            <a:ea typeface="Calibri" pitchFamily="34" charset="-122"/>
            <a:cs typeface="Calibri" pitchFamily="34" charset="-120"/>
          </a:endParaRPr>
        </a:p>
      </dgm:t>
    </dgm:pt>
    <dgm:pt modelId="{AC90364E-0AA3-4458-894A-AC9BE6E9782E}" type="parTrans" cxnId="{757AFEBA-26E9-447F-A40E-CE6D2F74A9C3}">
      <dgm:prSet/>
      <dgm:spPr/>
      <dgm:t>
        <a:bodyPr/>
        <a:lstStyle/>
        <a:p>
          <a:endParaRPr lang="fr-FR"/>
        </a:p>
      </dgm:t>
    </dgm:pt>
    <dgm:pt modelId="{219942B0-303B-4269-8E1A-97507207A9E6}" type="sibTrans" cxnId="{757AFEBA-26E9-447F-A40E-CE6D2F74A9C3}">
      <dgm:prSet/>
      <dgm:spPr/>
      <dgm:t>
        <a:bodyPr/>
        <a:lstStyle/>
        <a:p>
          <a:endParaRPr lang="fr-FR"/>
        </a:p>
      </dgm:t>
    </dgm:pt>
    <dgm:pt modelId="{6A595594-28C0-4597-968C-3A7B7F2EBA42}">
      <dgm:prSet phldrT="[Texte]" phldr="0" custT="1"/>
      <dgm:spPr/>
      <dgm:t>
        <a:bodyPr/>
        <a:lstStyle/>
        <a:p>
          <a:pPr algn="ctr">
            <a:buNone/>
          </a:pPr>
          <a:r>
            <a:rPr lang="fr-FR" sz="1800" b="1" kern="1200" dirty="0">
              <a:latin typeface="+mn-lt"/>
              <a:ea typeface="Calibri" pitchFamily="34" charset="-122"/>
              <a:cs typeface="Calibri" pitchFamily="34" charset="-120"/>
            </a:rPr>
            <a:t>
Lecture avec filtres, champs et limite</a:t>
          </a:r>
          <a:endParaRPr lang="fr-FR" sz="1800" kern="1200" dirty="0">
            <a:latin typeface="+mn-lt"/>
          </a:endParaRPr>
        </a:p>
      </dgm:t>
    </dgm:pt>
    <dgm:pt modelId="{98198DCD-34E3-4846-BEA9-88A0776F1E52}" type="parTrans" cxnId="{43DB220D-6B13-4AE4-B084-CB9E0D8E9E25}">
      <dgm:prSet/>
      <dgm:spPr/>
      <dgm:t>
        <a:bodyPr/>
        <a:lstStyle/>
        <a:p>
          <a:endParaRPr lang="fr-FR"/>
        </a:p>
      </dgm:t>
    </dgm:pt>
    <dgm:pt modelId="{8807AA5B-14F8-433A-A0A4-800C851CCD2E}" type="sibTrans" cxnId="{43DB220D-6B13-4AE4-B084-CB9E0D8E9E25}">
      <dgm:prSet/>
      <dgm:spPr/>
      <dgm:t>
        <a:bodyPr/>
        <a:lstStyle/>
        <a:p>
          <a:endParaRPr lang="fr-FR"/>
        </a:p>
      </dgm:t>
    </dgm:pt>
    <dgm:pt modelId="{4FB1D284-AB7C-4E55-9E87-CB62EC056768}">
      <dgm:prSet phldrT="[Texte]" phldr="0" custT="1"/>
      <dgm:spPr/>
      <dgm:t>
        <a:bodyPr/>
        <a:lstStyle/>
        <a:p>
          <a:pPr>
            <a:buFontTx/>
            <a:buNone/>
          </a:pPr>
          <a:r>
            <a:rPr lang="fr-FR" sz="2800" b="1" kern="1200" dirty="0">
              <a:solidFill>
                <a:schemeClr val="bg1"/>
              </a:solidFill>
              <a:latin typeface="Franklin Gothic Book" panose="020B0502020104020203"/>
              <a:ea typeface="+mn-ea"/>
              <a:cs typeface="+mn-cs"/>
            </a:rPr>
            <a:t>DELETE</a:t>
          </a:r>
        </a:p>
      </dgm:t>
    </dgm:pt>
    <dgm:pt modelId="{99AF6DFC-AF4C-4BAC-AB97-BA24B4DA41E6}" type="parTrans" cxnId="{D60FEA3E-CBF5-40C3-8C74-79AE285A62DC}">
      <dgm:prSet/>
      <dgm:spPr/>
      <dgm:t>
        <a:bodyPr/>
        <a:lstStyle/>
        <a:p>
          <a:endParaRPr lang="fr-FR"/>
        </a:p>
      </dgm:t>
    </dgm:pt>
    <dgm:pt modelId="{386F09DC-F23B-4BC0-8F13-4C66891BB916}" type="sibTrans" cxnId="{D60FEA3E-CBF5-40C3-8C74-79AE285A62DC}">
      <dgm:prSet/>
      <dgm:spPr/>
      <dgm:t>
        <a:bodyPr/>
        <a:lstStyle/>
        <a:p>
          <a:endParaRPr lang="fr-FR"/>
        </a:p>
      </dgm:t>
    </dgm:pt>
    <dgm:pt modelId="{9A6985D6-DE54-4364-B92E-062137C0BC16}">
      <dgm:prSet custT="1"/>
      <dgm:spPr/>
      <dgm:t>
        <a:bodyPr/>
        <a:lstStyle/>
        <a:p>
          <a:pPr algn="l"/>
          <a:endParaRPr lang="fr-FR" sz="1800" b="1" kern="1200" dirty="0">
            <a:latin typeface="Franklin Gothic Book" panose="020B0502020104020203"/>
            <a:ea typeface="+mn-ea"/>
            <a:cs typeface="+mn-cs"/>
          </a:endParaRPr>
        </a:p>
      </dgm:t>
    </dgm:pt>
    <dgm:pt modelId="{D37317D5-8CB8-4A20-9076-E1B44CE6AEF1}" type="parTrans" cxnId="{B0C0C850-B9FE-4428-AF50-B98DF3B1F5DE}">
      <dgm:prSet/>
      <dgm:spPr/>
      <dgm:t>
        <a:bodyPr/>
        <a:lstStyle/>
        <a:p>
          <a:endParaRPr lang="fr-FR"/>
        </a:p>
      </dgm:t>
    </dgm:pt>
    <dgm:pt modelId="{D0B25275-8896-4EE4-9715-8213B1BAA2F0}" type="sibTrans" cxnId="{B0C0C850-B9FE-4428-AF50-B98DF3B1F5DE}">
      <dgm:prSet/>
      <dgm:spPr/>
      <dgm:t>
        <a:bodyPr/>
        <a:lstStyle/>
        <a:p>
          <a:endParaRPr lang="fr-FR"/>
        </a:p>
      </dgm:t>
    </dgm:pt>
    <dgm:pt modelId="{04D30441-B650-4674-8251-5FB3C61010F9}">
      <dgm:prSet/>
      <dgm:spPr/>
      <dgm:t>
        <a:bodyPr/>
        <a:lstStyle/>
        <a:p>
          <a:pPr algn="ctr">
            <a:buNone/>
          </a:pPr>
          <a:r>
            <a:rPr lang="fr-FR" b="1" dirty="0" err="1"/>
            <a:t>delete_one_document</a:t>
          </a:r>
          <a:r>
            <a:rPr lang="fr-FR" b="1" dirty="0"/>
            <a:t>()
</a:t>
          </a:r>
          <a:r>
            <a:rPr lang="fr-FR" b="1" dirty="0" err="1"/>
            <a:t>delete_documents</a:t>
          </a:r>
          <a:r>
            <a:rPr lang="fr-FR" b="1" dirty="0"/>
            <a:t>()
</a:t>
          </a:r>
          <a:r>
            <a:rPr lang="fr-FR" b="1" dirty="0" err="1"/>
            <a:t>delete_collection</a:t>
          </a:r>
          <a:r>
            <a:rPr lang="fr-FR" b="1" dirty="0"/>
            <a:t>()
Suppression ciblée</a:t>
          </a:r>
        </a:p>
      </dgm:t>
    </dgm:pt>
    <dgm:pt modelId="{9CA33DDF-F73E-44A9-9455-B21C4BAC5DB9}" type="parTrans" cxnId="{6A7A8DF7-2784-4933-ACCF-97021662A499}">
      <dgm:prSet/>
      <dgm:spPr/>
      <dgm:t>
        <a:bodyPr/>
        <a:lstStyle/>
        <a:p>
          <a:endParaRPr lang="fr-FR"/>
        </a:p>
      </dgm:t>
    </dgm:pt>
    <dgm:pt modelId="{4D23AAEC-28E7-4BF3-93FE-01C305A6B40C}" type="sibTrans" cxnId="{6A7A8DF7-2784-4933-ACCF-97021662A499}">
      <dgm:prSet/>
      <dgm:spPr/>
      <dgm:t>
        <a:bodyPr/>
        <a:lstStyle/>
        <a:p>
          <a:endParaRPr lang="fr-FR"/>
        </a:p>
      </dgm:t>
    </dgm:pt>
    <dgm:pt modelId="{050F370D-226B-47D0-A5BE-A64C4780C9B2}">
      <dgm:prSet/>
      <dgm:spPr/>
      <dgm:t>
        <a:bodyPr/>
        <a:lstStyle/>
        <a:p>
          <a:pPr algn="l"/>
          <a:endParaRPr lang="fr-FR"/>
        </a:p>
      </dgm:t>
    </dgm:pt>
    <dgm:pt modelId="{54F5C790-5EA8-4ACB-80F8-A77524864946}" type="parTrans" cxnId="{5007BD24-5FA8-4878-8521-E30978584EAB}">
      <dgm:prSet/>
      <dgm:spPr/>
      <dgm:t>
        <a:bodyPr/>
        <a:lstStyle/>
        <a:p>
          <a:endParaRPr lang="fr-FR"/>
        </a:p>
      </dgm:t>
    </dgm:pt>
    <dgm:pt modelId="{1A0FA6CC-D33F-451A-9283-405EBF72D524}" type="sibTrans" cxnId="{5007BD24-5FA8-4878-8521-E30978584EAB}">
      <dgm:prSet/>
      <dgm:spPr/>
      <dgm:t>
        <a:bodyPr/>
        <a:lstStyle/>
        <a:p>
          <a:endParaRPr lang="fr-FR"/>
        </a:p>
      </dgm:t>
    </dgm:pt>
    <dgm:pt modelId="{5AD34BE4-AFB4-491D-B978-4146FA160EED}" type="pres">
      <dgm:prSet presAssocID="{030A18F8-BDDB-470D-9FDB-1B4C731446D6}" presName="Name0" presStyleCnt="0">
        <dgm:presLayoutVars>
          <dgm:dir/>
          <dgm:animLvl val="lvl"/>
          <dgm:resizeHandles val="exact"/>
        </dgm:presLayoutVars>
      </dgm:prSet>
      <dgm:spPr/>
    </dgm:pt>
    <dgm:pt modelId="{BBD87AED-4D03-42B5-B65A-ADD92683C3EF}" type="pres">
      <dgm:prSet presAssocID="{201B2AAF-6042-4894-9CC9-2E735F479543}" presName="composite" presStyleCnt="0"/>
      <dgm:spPr/>
    </dgm:pt>
    <dgm:pt modelId="{C993C212-4F85-4FC6-ACB1-0F391E0CE638}" type="pres">
      <dgm:prSet presAssocID="{201B2AAF-6042-4894-9CC9-2E735F479543}" presName="parTx" presStyleLbl="alignNode1" presStyleIdx="0" presStyleCnt="4" custLinFactNeighborX="-103" custLinFactNeighborY="67">
        <dgm:presLayoutVars>
          <dgm:chMax val="0"/>
          <dgm:chPref val="0"/>
          <dgm:bulletEnabled val="1"/>
        </dgm:presLayoutVars>
      </dgm:prSet>
      <dgm:spPr/>
    </dgm:pt>
    <dgm:pt modelId="{402A4689-5F82-4095-B160-6ED5D0524EAE}" type="pres">
      <dgm:prSet presAssocID="{201B2AAF-6042-4894-9CC9-2E735F479543}" presName="desTx" presStyleLbl="alignAccFollowNode1" presStyleIdx="0" presStyleCnt="4" custLinFactNeighborX="-47725" custLinFactNeighborY="-292">
        <dgm:presLayoutVars>
          <dgm:bulletEnabled val="1"/>
        </dgm:presLayoutVars>
      </dgm:prSet>
      <dgm:spPr/>
    </dgm:pt>
    <dgm:pt modelId="{DBF24881-1A25-4F5C-923F-BC75C4893A09}" type="pres">
      <dgm:prSet presAssocID="{B56E812C-8F3B-4F04-96E9-7089420D69CF}" presName="space" presStyleCnt="0"/>
      <dgm:spPr/>
    </dgm:pt>
    <dgm:pt modelId="{84E473B1-8B63-4F25-AE51-AD1CD5048DAD}" type="pres">
      <dgm:prSet presAssocID="{FD24F202-4695-42DF-A441-FB2108DB7DEE}" presName="composite" presStyleCnt="0"/>
      <dgm:spPr/>
    </dgm:pt>
    <dgm:pt modelId="{E287B113-DC8F-4125-BDA9-760A4D0972E0}" type="pres">
      <dgm:prSet presAssocID="{FD24F202-4695-42DF-A441-FB2108DB7DEE}" presName="parTx" presStyleLbl="alignNode1" presStyleIdx="1" presStyleCnt="4" custLinFactNeighborY="-2026">
        <dgm:presLayoutVars>
          <dgm:chMax val="0"/>
          <dgm:chPref val="0"/>
          <dgm:bulletEnabled val="1"/>
        </dgm:presLayoutVars>
      </dgm:prSet>
      <dgm:spPr/>
    </dgm:pt>
    <dgm:pt modelId="{F4B86B3A-2E38-4840-A58F-760A1508EC85}" type="pres">
      <dgm:prSet presAssocID="{FD24F202-4695-42DF-A441-FB2108DB7DEE}" presName="desTx" presStyleLbl="alignAccFollowNode1" presStyleIdx="1" presStyleCnt="4">
        <dgm:presLayoutVars>
          <dgm:bulletEnabled val="1"/>
        </dgm:presLayoutVars>
      </dgm:prSet>
      <dgm:spPr/>
    </dgm:pt>
    <dgm:pt modelId="{3CEB41B0-B6EF-4621-8847-EFBB45A4051D}" type="pres">
      <dgm:prSet presAssocID="{7B4E381F-6A7C-4A2F-A787-FD28678EE7E7}" presName="space" presStyleCnt="0"/>
      <dgm:spPr/>
    </dgm:pt>
    <dgm:pt modelId="{D3D643C8-AF29-40B6-982C-086313E2636C}" type="pres">
      <dgm:prSet presAssocID="{2C81F785-B686-4A3D-B326-2DF8F3906836}" presName="composite" presStyleCnt="0"/>
      <dgm:spPr/>
    </dgm:pt>
    <dgm:pt modelId="{249659AD-BC72-4673-AF20-1C17D5591BAB}" type="pres">
      <dgm:prSet presAssocID="{2C81F785-B686-4A3D-B326-2DF8F3906836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F46CA606-2E3E-48EA-AE41-8449EE4FB6B7}" type="pres">
      <dgm:prSet presAssocID="{2C81F785-B686-4A3D-B326-2DF8F3906836}" presName="desTx" presStyleLbl="alignAccFollowNode1" presStyleIdx="2" presStyleCnt="4">
        <dgm:presLayoutVars>
          <dgm:bulletEnabled val="1"/>
        </dgm:presLayoutVars>
      </dgm:prSet>
      <dgm:spPr/>
    </dgm:pt>
    <dgm:pt modelId="{EBC1834E-1771-4FCF-81F4-5441FE1D5005}" type="pres">
      <dgm:prSet presAssocID="{AC83E7BB-71A2-4CED-9D11-DA674D25ABE8}" presName="space" presStyleCnt="0"/>
      <dgm:spPr/>
    </dgm:pt>
    <dgm:pt modelId="{11A52029-0627-4541-ABD1-9AEFB9A9C0B9}" type="pres">
      <dgm:prSet presAssocID="{4FB1D284-AB7C-4E55-9E87-CB62EC056768}" presName="composite" presStyleCnt="0"/>
      <dgm:spPr/>
    </dgm:pt>
    <dgm:pt modelId="{F2494731-0318-4D19-A1A8-09C210E1E33B}" type="pres">
      <dgm:prSet presAssocID="{4FB1D284-AB7C-4E55-9E87-CB62EC056768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68C50029-C252-412E-ADA9-57A106DCDCAF}" type="pres">
      <dgm:prSet presAssocID="{4FB1D284-AB7C-4E55-9E87-CB62EC056768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43DB220D-6B13-4AE4-B084-CB9E0D8E9E25}" srcId="{FD24F202-4695-42DF-A441-FB2108DB7DEE}" destId="{6A595594-28C0-4597-968C-3A7B7F2EBA42}" srcOrd="1" destOrd="0" parTransId="{98198DCD-34E3-4846-BEA9-88A0776F1E52}" sibTransId="{8807AA5B-14F8-433A-A0A4-800C851CCD2E}"/>
    <dgm:cxn modelId="{03FBE313-2F7C-4FDF-B1D9-01CF7E7CEEB1}" type="presOf" srcId="{2C81F785-B686-4A3D-B326-2DF8F3906836}" destId="{249659AD-BC72-4673-AF20-1C17D5591BAB}" srcOrd="0" destOrd="0" presId="urn:microsoft.com/office/officeart/2005/8/layout/hList1"/>
    <dgm:cxn modelId="{5007BD24-5FA8-4878-8521-E30978584EAB}" srcId="{4FB1D284-AB7C-4E55-9E87-CB62EC056768}" destId="{050F370D-226B-47D0-A5BE-A64C4780C9B2}" srcOrd="1" destOrd="0" parTransId="{54F5C790-5EA8-4ACB-80F8-A77524864946}" sibTransId="{1A0FA6CC-D33F-451A-9283-405EBF72D524}"/>
    <dgm:cxn modelId="{6F25A23C-AB32-4E64-ABBF-C2D881A1387F}" srcId="{FD24F202-4695-42DF-A441-FB2108DB7DEE}" destId="{6C397841-ECB5-42F5-8608-B89728C6A873}" srcOrd="0" destOrd="0" parTransId="{84469614-6233-482E-8266-744713893455}" sibTransId="{0199EE3C-246C-4DED-98D4-90B907A527E2}"/>
    <dgm:cxn modelId="{70A5FB3C-8CBF-415E-B7C1-96093FDDE060}" type="presOf" srcId="{9A6985D6-DE54-4364-B92E-062137C0BC16}" destId="{F46CA606-2E3E-48EA-AE41-8449EE4FB6B7}" srcOrd="0" destOrd="1" presId="urn:microsoft.com/office/officeart/2005/8/layout/hList1"/>
    <dgm:cxn modelId="{D60FEA3E-CBF5-40C3-8C74-79AE285A62DC}" srcId="{030A18F8-BDDB-470D-9FDB-1B4C731446D6}" destId="{4FB1D284-AB7C-4E55-9E87-CB62EC056768}" srcOrd="3" destOrd="0" parTransId="{99AF6DFC-AF4C-4BAC-AB97-BA24B4DA41E6}" sibTransId="{386F09DC-F23B-4BC0-8F13-4C66891BB916}"/>
    <dgm:cxn modelId="{F27D4761-1C16-486E-B1AD-4BD279EE8FB9}" type="presOf" srcId="{050F370D-226B-47D0-A5BE-A64C4780C9B2}" destId="{68C50029-C252-412E-ADA9-57A106DCDCAF}" srcOrd="0" destOrd="1" presId="urn:microsoft.com/office/officeart/2005/8/layout/hList1"/>
    <dgm:cxn modelId="{2555C846-2903-452E-BB12-A6A1B56341D8}" srcId="{2C81F785-B686-4A3D-B326-2DF8F3906836}" destId="{7FAEC95F-4669-44F7-9474-179A2A08238F}" srcOrd="0" destOrd="0" parTransId="{F628E81E-C8D4-4CB7-AA18-1826453D6E72}" sibTransId="{B9E7467F-F7FB-44DE-8788-E43020C34A49}"/>
    <dgm:cxn modelId="{5FDC144A-FC2E-4F85-AC93-526D3A001223}" type="presOf" srcId="{030A18F8-BDDB-470D-9FDB-1B4C731446D6}" destId="{5AD34BE4-AFB4-491D-B978-4146FA160EED}" srcOrd="0" destOrd="0" presId="urn:microsoft.com/office/officeart/2005/8/layout/hList1"/>
    <dgm:cxn modelId="{65E3A46B-739F-4701-9FF4-A495F204A787}" type="presOf" srcId="{7F0865F7-7DFF-45B8-85EF-EA7017CBF30D}" destId="{F4B86B3A-2E38-4840-A58F-760A1508EC85}" srcOrd="0" destOrd="2" presId="urn:microsoft.com/office/officeart/2005/8/layout/hList1"/>
    <dgm:cxn modelId="{697EDA4B-DA50-4993-9734-39C9842F1513}" type="presOf" srcId="{04D30441-B650-4674-8251-5FB3C61010F9}" destId="{68C50029-C252-412E-ADA9-57A106DCDCAF}" srcOrd="0" destOrd="0" presId="urn:microsoft.com/office/officeart/2005/8/layout/hList1"/>
    <dgm:cxn modelId="{CCE28D4E-8618-4040-A250-FF1463350DDF}" type="presOf" srcId="{EE7F0B7F-7A87-45E4-8537-52B0BB6DA49F}" destId="{402A4689-5F82-4095-B160-6ED5D0524EAE}" srcOrd="0" destOrd="3" presId="urn:microsoft.com/office/officeart/2005/8/layout/hList1"/>
    <dgm:cxn modelId="{ABF7D74E-7146-4E2C-B806-B3E60A601703}" srcId="{201B2AAF-6042-4894-9CC9-2E735F479543}" destId="{B26C5A88-6585-4F5B-BD53-4EBF4CB1868A}" srcOrd="2" destOrd="0" parTransId="{5F2B1101-F5C3-4107-9CA2-351AFE31BA49}" sibTransId="{59C9252F-81D5-4DEF-A3A5-2308669642A8}"/>
    <dgm:cxn modelId="{B0C0C850-B9FE-4428-AF50-B98DF3B1F5DE}" srcId="{2C81F785-B686-4A3D-B326-2DF8F3906836}" destId="{9A6985D6-DE54-4364-B92E-062137C0BC16}" srcOrd="1" destOrd="0" parTransId="{D37317D5-8CB8-4A20-9076-E1B44CE6AEF1}" sibTransId="{D0B25275-8896-4EE4-9715-8213B1BAA2F0}"/>
    <dgm:cxn modelId="{B329D774-5C30-433C-985A-7558C5F011A6}" type="presOf" srcId="{6C397841-ECB5-42F5-8608-B89728C6A873}" destId="{F4B86B3A-2E38-4840-A58F-760A1508EC85}" srcOrd="0" destOrd="0" presId="urn:microsoft.com/office/officeart/2005/8/layout/hList1"/>
    <dgm:cxn modelId="{706F5B59-A260-4981-B9FD-AB314EEF605B}" srcId="{030A18F8-BDDB-470D-9FDB-1B4C731446D6}" destId="{FD24F202-4695-42DF-A441-FB2108DB7DEE}" srcOrd="1" destOrd="0" parTransId="{325A19AB-074B-4446-BDF0-6491DB2AC349}" sibTransId="{7B4E381F-6A7C-4A2F-A787-FD28678EE7E7}"/>
    <dgm:cxn modelId="{AB96A38A-2DAD-405C-AC7C-D4D63372C798}" type="presOf" srcId="{7FAEC95F-4669-44F7-9474-179A2A08238F}" destId="{F46CA606-2E3E-48EA-AE41-8449EE4FB6B7}" srcOrd="0" destOrd="0" presId="urn:microsoft.com/office/officeart/2005/8/layout/hList1"/>
    <dgm:cxn modelId="{27082A9B-0885-4A34-B920-3E5CD4C2253C}" srcId="{030A18F8-BDDB-470D-9FDB-1B4C731446D6}" destId="{201B2AAF-6042-4894-9CC9-2E735F479543}" srcOrd="0" destOrd="0" parTransId="{1B640122-5F06-479F-BCB1-E92A2599104F}" sibTransId="{B56E812C-8F3B-4F04-96E9-7089420D69CF}"/>
    <dgm:cxn modelId="{3CED439C-B223-4CC1-88CA-EFF2CE8B8D37}" type="presOf" srcId="{4FB1D284-AB7C-4E55-9E87-CB62EC056768}" destId="{F2494731-0318-4D19-A1A8-09C210E1E33B}" srcOrd="0" destOrd="0" presId="urn:microsoft.com/office/officeart/2005/8/layout/hList1"/>
    <dgm:cxn modelId="{F69842AC-C3BE-4075-9BDA-B95245A34B32}" srcId="{030A18F8-BDDB-470D-9FDB-1B4C731446D6}" destId="{2C81F785-B686-4A3D-B326-2DF8F3906836}" srcOrd="2" destOrd="0" parTransId="{0E719C52-C631-4916-8DDE-257898C6D5F5}" sibTransId="{AC83E7BB-71A2-4CED-9D11-DA674D25ABE8}"/>
    <dgm:cxn modelId="{565FDBAF-27B2-4D39-AD1C-D9FE3412C4E2}" type="presOf" srcId="{A499BD18-B222-4259-9DE7-B44FD861202F}" destId="{402A4689-5F82-4095-B160-6ED5D0524EAE}" srcOrd="0" destOrd="0" presId="urn:microsoft.com/office/officeart/2005/8/layout/hList1"/>
    <dgm:cxn modelId="{757AFEBA-26E9-447F-A40E-CE6D2F74A9C3}" srcId="{FD24F202-4695-42DF-A441-FB2108DB7DEE}" destId="{7F0865F7-7DFF-45B8-85EF-EA7017CBF30D}" srcOrd="2" destOrd="0" parTransId="{AC90364E-0AA3-4458-894A-AC9BE6E9782E}" sibTransId="{219942B0-303B-4269-8E1A-97507207A9E6}"/>
    <dgm:cxn modelId="{809D7EBC-C66A-4EB1-8018-293536D8718A}" type="presOf" srcId="{6A595594-28C0-4597-968C-3A7B7F2EBA42}" destId="{F4B86B3A-2E38-4840-A58F-760A1508EC85}" srcOrd="0" destOrd="1" presId="urn:microsoft.com/office/officeart/2005/8/layout/hList1"/>
    <dgm:cxn modelId="{C8C5AABC-C02C-4AE9-B4DE-B20089C36BEF}" srcId="{201B2AAF-6042-4894-9CC9-2E735F479543}" destId="{EE7F0B7F-7A87-45E4-8537-52B0BB6DA49F}" srcOrd="3" destOrd="0" parTransId="{608B28AA-9934-491D-8160-5F069516BAD1}" sibTransId="{708832CA-4EDC-4953-B0C3-84D71FD248B4}"/>
    <dgm:cxn modelId="{06430DC9-EE20-48D9-9B4B-CCC7186B3C7D}" type="presOf" srcId="{B26C5A88-6585-4F5B-BD53-4EBF4CB1868A}" destId="{402A4689-5F82-4095-B160-6ED5D0524EAE}" srcOrd="0" destOrd="2" presId="urn:microsoft.com/office/officeart/2005/8/layout/hList1"/>
    <dgm:cxn modelId="{074995D2-F29C-4DC0-8C50-5EE7BCBA8D90}" srcId="{201B2AAF-6042-4894-9CC9-2E735F479543}" destId="{71FEE962-0B4A-4149-9CCB-90C9A4EBE65D}" srcOrd="1" destOrd="0" parTransId="{70D71C3C-16B6-4E35-BACB-C94A9925DC98}" sibTransId="{3DA817F2-24C3-4606-B9B2-D1619EBE405E}"/>
    <dgm:cxn modelId="{98120BD3-53E0-48C8-ACAB-5B8374226F1E}" srcId="{201B2AAF-6042-4894-9CC9-2E735F479543}" destId="{A499BD18-B222-4259-9DE7-B44FD861202F}" srcOrd="0" destOrd="0" parTransId="{F55664BA-7D82-456D-B1F9-786CE02F2231}" sibTransId="{0FA2E3C5-16A9-4765-A693-D539E190C038}"/>
    <dgm:cxn modelId="{161CF0E8-1982-4C12-8733-7051FF02AE9C}" type="presOf" srcId="{FD24F202-4695-42DF-A441-FB2108DB7DEE}" destId="{E287B113-DC8F-4125-BDA9-760A4D0972E0}" srcOrd="0" destOrd="0" presId="urn:microsoft.com/office/officeart/2005/8/layout/hList1"/>
    <dgm:cxn modelId="{DA2243E9-B84F-45A5-8823-AA2204A7B8FF}" type="presOf" srcId="{71FEE962-0B4A-4149-9CCB-90C9A4EBE65D}" destId="{402A4689-5F82-4095-B160-6ED5D0524EAE}" srcOrd="0" destOrd="1" presId="urn:microsoft.com/office/officeart/2005/8/layout/hList1"/>
    <dgm:cxn modelId="{6A7A8DF7-2784-4933-ACCF-97021662A499}" srcId="{4FB1D284-AB7C-4E55-9E87-CB62EC056768}" destId="{04D30441-B650-4674-8251-5FB3C61010F9}" srcOrd="0" destOrd="0" parTransId="{9CA33DDF-F73E-44A9-9455-B21C4BAC5DB9}" sibTransId="{4D23AAEC-28E7-4BF3-93FE-01C305A6B40C}"/>
    <dgm:cxn modelId="{F0897EF8-8288-4D41-B36E-D4FC1D209AC6}" type="presOf" srcId="{201B2AAF-6042-4894-9CC9-2E735F479543}" destId="{C993C212-4F85-4FC6-ACB1-0F391E0CE638}" srcOrd="0" destOrd="0" presId="urn:microsoft.com/office/officeart/2005/8/layout/hList1"/>
    <dgm:cxn modelId="{022A50A3-0DF9-41F3-AC31-EF8800519331}" type="presParOf" srcId="{5AD34BE4-AFB4-491D-B978-4146FA160EED}" destId="{BBD87AED-4D03-42B5-B65A-ADD92683C3EF}" srcOrd="0" destOrd="0" presId="urn:microsoft.com/office/officeart/2005/8/layout/hList1"/>
    <dgm:cxn modelId="{DD1A38BB-2EFC-4856-8D4C-4F206F95285A}" type="presParOf" srcId="{BBD87AED-4D03-42B5-B65A-ADD92683C3EF}" destId="{C993C212-4F85-4FC6-ACB1-0F391E0CE638}" srcOrd="0" destOrd="0" presId="urn:microsoft.com/office/officeart/2005/8/layout/hList1"/>
    <dgm:cxn modelId="{F72BC611-6565-4F7D-B387-4FF8813450E2}" type="presParOf" srcId="{BBD87AED-4D03-42B5-B65A-ADD92683C3EF}" destId="{402A4689-5F82-4095-B160-6ED5D0524EAE}" srcOrd="1" destOrd="0" presId="urn:microsoft.com/office/officeart/2005/8/layout/hList1"/>
    <dgm:cxn modelId="{D3B5D163-460A-4A56-B665-186AC16CE295}" type="presParOf" srcId="{5AD34BE4-AFB4-491D-B978-4146FA160EED}" destId="{DBF24881-1A25-4F5C-923F-BC75C4893A09}" srcOrd="1" destOrd="0" presId="urn:microsoft.com/office/officeart/2005/8/layout/hList1"/>
    <dgm:cxn modelId="{32B675E0-51B3-4D4B-9F8C-225DC85AD84D}" type="presParOf" srcId="{5AD34BE4-AFB4-491D-B978-4146FA160EED}" destId="{84E473B1-8B63-4F25-AE51-AD1CD5048DAD}" srcOrd="2" destOrd="0" presId="urn:microsoft.com/office/officeart/2005/8/layout/hList1"/>
    <dgm:cxn modelId="{22C03B5D-E8D2-461D-AD8C-84BA9DF7E46A}" type="presParOf" srcId="{84E473B1-8B63-4F25-AE51-AD1CD5048DAD}" destId="{E287B113-DC8F-4125-BDA9-760A4D0972E0}" srcOrd="0" destOrd="0" presId="urn:microsoft.com/office/officeart/2005/8/layout/hList1"/>
    <dgm:cxn modelId="{BB1CB332-9AE5-4AC2-9ED5-B4547C412A1B}" type="presParOf" srcId="{84E473B1-8B63-4F25-AE51-AD1CD5048DAD}" destId="{F4B86B3A-2E38-4840-A58F-760A1508EC85}" srcOrd="1" destOrd="0" presId="urn:microsoft.com/office/officeart/2005/8/layout/hList1"/>
    <dgm:cxn modelId="{3BBA8C66-C2E7-44C8-B212-1935492AC12F}" type="presParOf" srcId="{5AD34BE4-AFB4-491D-B978-4146FA160EED}" destId="{3CEB41B0-B6EF-4621-8847-EFBB45A4051D}" srcOrd="3" destOrd="0" presId="urn:microsoft.com/office/officeart/2005/8/layout/hList1"/>
    <dgm:cxn modelId="{BE13123D-97CB-4177-80E9-84A84E5EAC78}" type="presParOf" srcId="{5AD34BE4-AFB4-491D-B978-4146FA160EED}" destId="{D3D643C8-AF29-40B6-982C-086313E2636C}" srcOrd="4" destOrd="0" presId="urn:microsoft.com/office/officeart/2005/8/layout/hList1"/>
    <dgm:cxn modelId="{40EB1A67-9818-4DC8-8F4E-8BDC9B8AAAD1}" type="presParOf" srcId="{D3D643C8-AF29-40B6-982C-086313E2636C}" destId="{249659AD-BC72-4673-AF20-1C17D5591BAB}" srcOrd="0" destOrd="0" presId="urn:microsoft.com/office/officeart/2005/8/layout/hList1"/>
    <dgm:cxn modelId="{344EE7D7-3AB7-4665-B925-AD087039BB2F}" type="presParOf" srcId="{D3D643C8-AF29-40B6-982C-086313E2636C}" destId="{F46CA606-2E3E-48EA-AE41-8449EE4FB6B7}" srcOrd="1" destOrd="0" presId="urn:microsoft.com/office/officeart/2005/8/layout/hList1"/>
    <dgm:cxn modelId="{A856A505-501D-4018-992F-E581C12830EB}" type="presParOf" srcId="{5AD34BE4-AFB4-491D-B978-4146FA160EED}" destId="{EBC1834E-1771-4FCF-81F4-5441FE1D5005}" srcOrd="5" destOrd="0" presId="urn:microsoft.com/office/officeart/2005/8/layout/hList1"/>
    <dgm:cxn modelId="{6FC07592-FA2D-4E56-A51B-3F90820B003F}" type="presParOf" srcId="{5AD34BE4-AFB4-491D-B978-4146FA160EED}" destId="{11A52029-0627-4541-ABD1-9AEFB9A9C0B9}" srcOrd="6" destOrd="0" presId="urn:microsoft.com/office/officeart/2005/8/layout/hList1"/>
    <dgm:cxn modelId="{49EC1C2E-4346-4951-B37F-4E5BA0D2748C}" type="presParOf" srcId="{11A52029-0627-4541-ABD1-9AEFB9A9C0B9}" destId="{F2494731-0318-4D19-A1A8-09C210E1E33B}" srcOrd="0" destOrd="0" presId="urn:microsoft.com/office/officeart/2005/8/layout/hList1"/>
    <dgm:cxn modelId="{BF39CDD6-1109-425C-B986-8C27EADFBE3F}" type="presParOf" srcId="{11A52029-0627-4541-ABD1-9AEFB9A9C0B9}" destId="{68C50029-C252-412E-ADA9-57A106DCDCA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BEB04EA-2A1D-4233-8432-18F3302557BE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42E72EA3-4EAC-4FB2-A2E4-06B32E132E59}" type="pres">
      <dgm:prSet presAssocID="{3BEB04EA-2A1D-4233-8432-18F3302557BE}" presName="diagram" presStyleCnt="0">
        <dgm:presLayoutVars>
          <dgm:dir/>
          <dgm:resizeHandles val="exact"/>
        </dgm:presLayoutVars>
      </dgm:prSet>
      <dgm:spPr/>
    </dgm:pt>
  </dgm:ptLst>
  <dgm:cxnLst>
    <dgm:cxn modelId="{2A19BEBE-7E0E-4B50-A936-08F4C5C992A5}" type="presOf" srcId="{3BEB04EA-2A1D-4233-8432-18F3302557BE}" destId="{42E72EA3-4EAC-4FB2-A2E4-06B32E132E59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BEB04EA-2A1D-4233-8432-18F3302557BE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42E72EA3-4EAC-4FB2-A2E4-06B32E132E59}" type="pres">
      <dgm:prSet presAssocID="{3BEB04EA-2A1D-4233-8432-18F3302557BE}" presName="diagram" presStyleCnt="0">
        <dgm:presLayoutVars>
          <dgm:dir/>
          <dgm:resizeHandles val="exact"/>
        </dgm:presLayoutVars>
      </dgm:prSet>
      <dgm:spPr/>
    </dgm:pt>
  </dgm:ptLst>
  <dgm:cxnLst>
    <dgm:cxn modelId="{2A19BEBE-7E0E-4B50-A936-08F4C5C992A5}" type="presOf" srcId="{3BEB04EA-2A1D-4233-8432-18F3302557BE}" destId="{42E72EA3-4EAC-4FB2-A2E4-06B32E132E59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BEB04EA-2A1D-4233-8432-18F3302557BE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42E72EA3-4EAC-4FB2-A2E4-06B32E132E59}" type="pres">
      <dgm:prSet presAssocID="{3BEB04EA-2A1D-4233-8432-18F3302557BE}" presName="diagram" presStyleCnt="0">
        <dgm:presLayoutVars>
          <dgm:dir/>
          <dgm:resizeHandles val="exact"/>
        </dgm:presLayoutVars>
      </dgm:prSet>
      <dgm:spPr/>
    </dgm:pt>
  </dgm:ptLst>
  <dgm:cxnLst>
    <dgm:cxn modelId="{2A19BEBE-7E0E-4B50-A936-08F4C5C992A5}" type="presOf" srcId="{3BEB04EA-2A1D-4233-8432-18F3302557BE}" destId="{42E72EA3-4EAC-4FB2-A2E4-06B32E132E59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92269C-473B-4581-93AF-AD006B94C36C}">
      <dsp:nvSpPr>
        <dsp:cNvPr id="0" name=""/>
        <dsp:cNvSpPr/>
      </dsp:nvSpPr>
      <dsp:spPr>
        <a:xfrm>
          <a:off x="0" y="70793"/>
          <a:ext cx="11348215" cy="5247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1- Contexte de la mission</a:t>
          </a:r>
        </a:p>
      </dsp:txBody>
      <dsp:txXfrm>
        <a:off x="25616" y="96409"/>
        <a:ext cx="11296983" cy="473513"/>
      </dsp:txXfrm>
    </dsp:sp>
    <dsp:sp modelId="{90650EEF-1F9D-463E-A867-D4AB9F2E38B6}">
      <dsp:nvSpPr>
        <dsp:cNvPr id="0" name=""/>
        <dsp:cNvSpPr/>
      </dsp:nvSpPr>
      <dsp:spPr>
        <a:xfrm>
          <a:off x="0" y="661778"/>
          <a:ext cx="11348215" cy="52474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b="0" kern="1200" dirty="0"/>
            <a:t>2- Architecture du projet</a:t>
          </a:r>
        </a:p>
      </dsp:txBody>
      <dsp:txXfrm>
        <a:off x="25616" y="687394"/>
        <a:ext cx="11296983" cy="473513"/>
      </dsp:txXfrm>
    </dsp:sp>
    <dsp:sp modelId="{C0F2F60F-49A7-486C-BA84-7742A146D8C7}">
      <dsp:nvSpPr>
        <dsp:cNvPr id="0" name=""/>
        <dsp:cNvSpPr/>
      </dsp:nvSpPr>
      <dsp:spPr>
        <a:xfrm>
          <a:off x="0" y="1252764"/>
          <a:ext cx="11348215" cy="52474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3- Nettoyage &amp; Migration des données vers MongoDB</a:t>
          </a:r>
        </a:p>
      </dsp:txBody>
      <dsp:txXfrm>
        <a:off x="25616" y="1278380"/>
        <a:ext cx="11296983" cy="473513"/>
      </dsp:txXfrm>
    </dsp:sp>
    <dsp:sp modelId="{188E501D-B60D-4714-8E70-1CD5D6D0CD0B}">
      <dsp:nvSpPr>
        <dsp:cNvPr id="0" name=""/>
        <dsp:cNvSpPr/>
      </dsp:nvSpPr>
      <dsp:spPr>
        <a:xfrm>
          <a:off x="0" y="1843749"/>
          <a:ext cx="11348215" cy="52474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4- Opérations CRUD sur MongoDB</a:t>
          </a:r>
        </a:p>
      </dsp:txBody>
      <dsp:txXfrm>
        <a:off x="25616" y="1869365"/>
        <a:ext cx="11296983" cy="473513"/>
      </dsp:txXfrm>
    </dsp:sp>
    <dsp:sp modelId="{DF10A574-F3D9-4FC2-A6EE-E7E8311CF638}">
      <dsp:nvSpPr>
        <dsp:cNvPr id="0" name=""/>
        <dsp:cNvSpPr/>
      </dsp:nvSpPr>
      <dsp:spPr>
        <a:xfrm>
          <a:off x="0" y="2434734"/>
          <a:ext cx="11348215" cy="52474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5- Conteneurisation avec Docker</a:t>
          </a:r>
        </a:p>
      </dsp:txBody>
      <dsp:txXfrm>
        <a:off x="25616" y="2460350"/>
        <a:ext cx="11296983" cy="473513"/>
      </dsp:txXfrm>
    </dsp:sp>
    <dsp:sp modelId="{9F5EF941-1609-4E21-A343-705F89535533}">
      <dsp:nvSpPr>
        <dsp:cNvPr id="0" name=""/>
        <dsp:cNvSpPr/>
      </dsp:nvSpPr>
      <dsp:spPr>
        <a:xfrm>
          <a:off x="0" y="3025719"/>
          <a:ext cx="11348215" cy="5247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6- Tests automatisés</a:t>
          </a:r>
        </a:p>
      </dsp:txBody>
      <dsp:txXfrm>
        <a:off x="25616" y="3051335"/>
        <a:ext cx="11296983" cy="473513"/>
      </dsp:txXfrm>
    </dsp:sp>
    <dsp:sp modelId="{90591D31-65EE-4DA0-8561-30BC79B7A697}">
      <dsp:nvSpPr>
        <dsp:cNvPr id="0" name=""/>
        <dsp:cNvSpPr/>
      </dsp:nvSpPr>
      <dsp:spPr>
        <a:xfrm>
          <a:off x="0" y="3616704"/>
          <a:ext cx="11348215" cy="52474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7- Déploiement Cloud AWS</a:t>
          </a:r>
        </a:p>
      </dsp:txBody>
      <dsp:txXfrm>
        <a:off x="25616" y="3642320"/>
        <a:ext cx="11296983" cy="473513"/>
      </dsp:txXfrm>
    </dsp:sp>
    <dsp:sp modelId="{D4DC913A-6ED4-48D2-90EB-B0B079635BD9}">
      <dsp:nvSpPr>
        <dsp:cNvPr id="0" name=""/>
        <dsp:cNvSpPr/>
      </dsp:nvSpPr>
      <dsp:spPr>
        <a:xfrm>
          <a:off x="0" y="4207689"/>
          <a:ext cx="11348215" cy="52474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8- Justification des choix technologiques</a:t>
          </a:r>
        </a:p>
      </dsp:txBody>
      <dsp:txXfrm>
        <a:off x="25616" y="4233305"/>
        <a:ext cx="11296983" cy="4735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2AF20-4131-4725-B735-F35F7BD4816A}">
      <dsp:nvSpPr>
        <dsp:cNvPr id="0" name=""/>
        <dsp:cNvSpPr/>
      </dsp:nvSpPr>
      <dsp:spPr>
        <a:xfrm>
          <a:off x="0" y="569"/>
          <a:ext cx="3462444" cy="207746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1" kern="1200" dirty="0"/>
            <a:t>CONTEXTE ENTREPRISE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/>
            <a:t>L'entreprise </a:t>
          </a:r>
          <a:r>
            <a:rPr lang="fr-FR" sz="1600" kern="1200" dirty="0" err="1"/>
            <a:t>Datasolutech</a:t>
          </a:r>
          <a:r>
            <a:rPr lang="fr-FR" sz="1600" kern="1200" dirty="0"/>
            <a:t> collecte des données de santé et souhaite les stocker dans une base MongoDB pour en faciliter l'accès et l'exploitation</a:t>
          </a:r>
        </a:p>
      </dsp:txBody>
      <dsp:txXfrm>
        <a:off x="0" y="569"/>
        <a:ext cx="3462444" cy="2077466"/>
      </dsp:txXfrm>
    </dsp:sp>
    <dsp:sp modelId="{544A73A5-4B25-4E1E-B70C-51A1926EB896}">
      <dsp:nvSpPr>
        <dsp:cNvPr id="0" name=""/>
        <dsp:cNvSpPr/>
      </dsp:nvSpPr>
      <dsp:spPr>
        <a:xfrm>
          <a:off x="4338529" y="284"/>
          <a:ext cx="3462444" cy="207746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1" kern="1200" dirty="0"/>
            <a:t>BESOIN ENTREPRISE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/>
            <a:t>Automatiser la migration des données CSV → MongoDB avec nettoyage, validation, création d'index et export — le tout dans un environnement Docker reproductible.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600" kern="1200" dirty="0"/>
        </a:p>
      </dsp:txBody>
      <dsp:txXfrm>
        <a:off x="4338529" y="284"/>
        <a:ext cx="3462444" cy="20774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7A16AA-1CC6-44B6-99C3-06642D712DF1}">
      <dsp:nvSpPr>
        <dsp:cNvPr id="0" name=""/>
        <dsp:cNvSpPr/>
      </dsp:nvSpPr>
      <dsp:spPr>
        <a:xfrm>
          <a:off x="5488" y="2821125"/>
          <a:ext cx="2041832" cy="8167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Nettoyage des données</a:t>
          </a:r>
        </a:p>
      </dsp:txBody>
      <dsp:txXfrm>
        <a:off x="413854" y="2821125"/>
        <a:ext cx="1225100" cy="816732"/>
      </dsp:txXfrm>
    </dsp:sp>
    <dsp:sp modelId="{9A75C772-5039-43C9-9177-FA1DA9A01DD5}">
      <dsp:nvSpPr>
        <dsp:cNvPr id="0" name=""/>
        <dsp:cNvSpPr/>
      </dsp:nvSpPr>
      <dsp:spPr>
        <a:xfrm>
          <a:off x="1843137" y="2821125"/>
          <a:ext cx="2041832" cy="8167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Migration CSV → MongoDB</a:t>
          </a:r>
        </a:p>
      </dsp:txBody>
      <dsp:txXfrm>
        <a:off x="2251503" y="2821125"/>
        <a:ext cx="1225100" cy="816732"/>
      </dsp:txXfrm>
    </dsp:sp>
    <dsp:sp modelId="{691AF085-39EC-4255-9A86-B1C3CC67F79A}">
      <dsp:nvSpPr>
        <dsp:cNvPr id="0" name=""/>
        <dsp:cNvSpPr/>
      </dsp:nvSpPr>
      <dsp:spPr>
        <a:xfrm>
          <a:off x="3680786" y="2821125"/>
          <a:ext cx="2041832" cy="8167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Opérations CRUD</a:t>
          </a:r>
        </a:p>
      </dsp:txBody>
      <dsp:txXfrm>
        <a:off x="4089152" y="2821125"/>
        <a:ext cx="1225100" cy="816732"/>
      </dsp:txXfrm>
    </dsp:sp>
    <dsp:sp modelId="{3BE6ACDF-F686-4A62-A4C0-89B16B86A293}">
      <dsp:nvSpPr>
        <dsp:cNvPr id="0" name=""/>
        <dsp:cNvSpPr/>
      </dsp:nvSpPr>
      <dsp:spPr>
        <a:xfrm>
          <a:off x="5518435" y="2821125"/>
          <a:ext cx="2041832" cy="8167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Conteneurisation Docker</a:t>
          </a:r>
        </a:p>
      </dsp:txBody>
      <dsp:txXfrm>
        <a:off x="5926801" y="2821125"/>
        <a:ext cx="1225100" cy="816732"/>
      </dsp:txXfrm>
    </dsp:sp>
    <dsp:sp modelId="{90FD2D5B-E0C9-42F2-BA70-EA6A1B59ED66}">
      <dsp:nvSpPr>
        <dsp:cNvPr id="0" name=""/>
        <dsp:cNvSpPr/>
      </dsp:nvSpPr>
      <dsp:spPr>
        <a:xfrm>
          <a:off x="7356084" y="2821125"/>
          <a:ext cx="2041832" cy="8167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Tests automatisés</a:t>
          </a:r>
        </a:p>
      </dsp:txBody>
      <dsp:txXfrm>
        <a:off x="7764450" y="2821125"/>
        <a:ext cx="1225100" cy="816732"/>
      </dsp:txXfrm>
    </dsp:sp>
    <dsp:sp modelId="{356C8625-D509-462A-A4D9-6D9186C28C45}">
      <dsp:nvSpPr>
        <dsp:cNvPr id="0" name=""/>
        <dsp:cNvSpPr/>
      </dsp:nvSpPr>
      <dsp:spPr>
        <a:xfrm>
          <a:off x="9193733" y="2821125"/>
          <a:ext cx="2041832" cy="8167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Réflexion Cloud AWS</a:t>
          </a:r>
        </a:p>
      </dsp:txBody>
      <dsp:txXfrm>
        <a:off x="9602099" y="2821125"/>
        <a:ext cx="1225100" cy="8167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C3142A-6F0A-4A28-96D8-036867E218CC}">
      <dsp:nvSpPr>
        <dsp:cNvPr id="0" name=""/>
        <dsp:cNvSpPr/>
      </dsp:nvSpPr>
      <dsp:spPr>
        <a:xfrm>
          <a:off x="10065" y="0"/>
          <a:ext cx="11019884" cy="108765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1" i="0" kern="1200" dirty="0">
              <a:solidFill>
                <a:srgbClr val="1A376C"/>
              </a:solidFill>
            </a:rPr>
            <a:t>📄</a:t>
          </a:r>
          <a:r>
            <a:rPr lang="fr-FR" sz="2600" kern="1200" dirty="0"/>
            <a:t>docker-</a:t>
          </a:r>
          <a:r>
            <a:rPr lang="fr-FR" sz="2600" kern="1200" dirty="0" err="1"/>
            <a:t>compose.yml</a:t>
          </a:r>
          <a:r>
            <a:rPr lang="fr-FR" sz="2600" kern="1200" dirty="0"/>
            <a:t> | </a:t>
          </a:r>
          <a:r>
            <a:rPr lang="fr-FR" sz="2600" b="1" i="0" kern="1200" dirty="0">
              <a:solidFill>
                <a:srgbClr val="1A376C"/>
              </a:solidFill>
            </a:rPr>
            <a:t>📄</a:t>
          </a:r>
          <a:r>
            <a:rPr lang="fr-FR" sz="2600" kern="1200" dirty="0" err="1"/>
            <a:t>Dockerfile</a:t>
          </a:r>
          <a:r>
            <a:rPr lang="fr-FR" sz="2600" kern="1200" dirty="0"/>
            <a:t> | </a:t>
          </a:r>
          <a:r>
            <a:rPr lang="fr-FR" sz="2600" b="1" i="0" kern="1200" dirty="0">
              <a:solidFill>
                <a:srgbClr val="1A376C"/>
              </a:solidFill>
            </a:rPr>
            <a:t>📄</a:t>
          </a:r>
          <a:r>
            <a:rPr lang="fr-FR" sz="2600" kern="1200" dirty="0" err="1"/>
            <a:t>Dockerfile.test</a:t>
          </a:r>
          <a:r>
            <a:rPr lang="fr-FR" sz="2600" kern="1200" dirty="0"/>
            <a:t> | </a:t>
          </a:r>
          <a:r>
            <a:rPr lang="fr-FR" sz="2600" b="1" i="0" kern="1200" dirty="0">
              <a:solidFill>
                <a:srgbClr val="1A376C"/>
              </a:solidFill>
            </a:rPr>
            <a:t>📄</a:t>
          </a:r>
          <a:r>
            <a:rPr lang="fr-FR" sz="2600" kern="1200" dirty="0" err="1"/>
            <a:t>Dockerfile.export</a:t>
          </a:r>
          <a:r>
            <a:rPr lang="fr-FR" sz="2600" kern="1200" dirty="0"/>
            <a:t> | </a:t>
          </a:r>
          <a:r>
            <a:rPr lang="fr-FR" sz="2600" b="1" i="0" kern="1200" dirty="0">
              <a:solidFill>
                <a:srgbClr val="1A376C"/>
              </a:solidFill>
            </a:rPr>
            <a:t>📄</a:t>
          </a:r>
          <a:r>
            <a:rPr lang="fr-FR" sz="2600" kern="1200" dirty="0"/>
            <a:t>requirements.txt | </a:t>
          </a:r>
          <a:r>
            <a:rPr lang="fr-FR" sz="2600" b="1" i="0" kern="1200" dirty="0">
              <a:solidFill>
                <a:srgbClr val="1A376C"/>
              </a:solidFill>
            </a:rPr>
            <a:t>📄</a:t>
          </a:r>
          <a:r>
            <a:rPr lang="fr-FR" sz="2600" kern="1200" dirty="0"/>
            <a:t>.</a:t>
          </a:r>
          <a:r>
            <a:rPr lang="fr-FR" sz="2600" kern="1200" dirty="0" err="1"/>
            <a:t>env</a:t>
          </a:r>
          <a:r>
            <a:rPr lang="fr-FR" sz="2600" kern="1200" dirty="0"/>
            <a:t> </a:t>
          </a:r>
        </a:p>
      </dsp:txBody>
      <dsp:txXfrm>
        <a:off x="41921" y="31856"/>
        <a:ext cx="10956172" cy="1023940"/>
      </dsp:txXfrm>
    </dsp:sp>
    <dsp:sp modelId="{5C959BDA-1D23-4E1B-B527-74828B3F98CF}">
      <dsp:nvSpPr>
        <dsp:cNvPr id="0" name=""/>
        <dsp:cNvSpPr/>
      </dsp:nvSpPr>
      <dsp:spPr>
        <a:xfrm>
          <a:off x="5032" y="1273067"/>
          <a:ext cx="2081579" cy="108765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1" i="0" kern="1200" dirty="0">
              <a:solidFill>
                <a:srgbClr val="1A376C"/>
              </a:solidFill>
            </a:rPr>
            <a:t>📁 </a:t>
          </a:r>
          <a:r>
            <a:rPr lang="fr-FR" sz="2600" kern="1200" dirty="0"/>
            <a:t>données</a:t>
          </a:r>
        </a:p>
      </dsp:txBody>
      <dsp:txXfrm>
        <a:off x="36888" y="1304923"/>
        <a:ext cx="2017867" cy="1023940"/>
      </dsp:txXfrm>
    </dsp:sp>
    <dsp:sp modelId="{9F56DC6C-E562-4282-8249-05DFB3F06BE0}">
      <dsp:nvSpPr>
        <dsp:cNvPr id="0" name=""/>
        <dsp:cNvSpPr/>
      </dsp:nvSpPr>
      <dsp:spPr>
        <a:xfrm>
          <a:off x="5032" y="2545600"/>
          <a:ext cx="2081579" cy="108765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i="0" kern="1200" dirty="0">
              <a:solidFill>
                <a:srgbClr val="1A376C"/>
              </a:solidFill>
            </a:rPr>
            <a:t>📄</a:t>
          </a:r>
          <a:r>
            <a:rPr lang="fr-FR" sz="900" kern="1200" dirty="0"/>
            <a:t>healthcare_dataset.csv
</a:t>
          </a:r>
          <a:r>
            <a:rPr lang="fr-FR" sz="900" b="1" i="0" kern="1200" dirty="0">
              <a:solidFill>
                <a:srgbClr val="1A376C"/>
              </a:solidFill>
            </a:rPr>
            <a:t>📄</a:t>
          </a:r>
          <a:r>
            <a:rPr lang="fr-FR" sz="900" kern="1200" dirty="0"/>
            <a:t>export.csv</a:t>
          </a:r>
        </a:p>
      </dsp:txBody>
      <dsp:txXfrm>
        <a:off x="36888" y="2577456"/>
        <a:ext cx="2017867" cy="1023940"/>
      </dsp:txXfrm>
    </dsp:sp>
    <dsp:sp modelId="{686E1B96-FC74-4D99-A464-85C3AEF6CAA9}">
      <dsp:nvSpPr>
        <dsp:cNvPr id="0" name=""/>
        <dsp:cNvSpPr/>
      </dsp:nvSpPr>
      <dsp:spPr>
        <a:xfrm>
          <a:off x="2261465" y="1273067"/>
          <a:ext cx="4250586" cy="108765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1" i="0" kern="1200" dirty="0">
              <a:solidFill>
                <a:srgbClr val="1A376C"/>
              </a:solidFill>
            </a:rPr>
            <a:t>📁</a:t>
          </a:r>
          <a:r>
            <a:rPr lang="fr-FR" sz="2600" kern="1200" dirty="0"/>
            <a:t>fonctions</a:t>
          </a:r>
        </a:p>
      </dsp:txBody>
      <dsp:txXfrm>
        <a:off x="2293321" y="1304923"/>
        <a:ext cx="4186874" cy="1023940"/>
      </dsp:txXfrm>
    </dsp:sp>
    <dsp:sp modelId="{23D4212C-3666-4E36-AB92-6AE66BD35C6D}">
      <dsp:nvSpPr>
        <dsp:cNvPr id="0" name=""/>
        <dsp:cNvSpPr/>
      </dsp:nvSpPr>
      <dsp:spPr>
        <a:xfrm>
          <a:off x="2261465" y="2545600"/>
          <a:ext cx="2081579" cy="108765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i="0" kern="1200" dirty="0">
              <a:solidFill>
                <a:srgbClr val="1A376C"/>
              </a:solidFill>
            </a:rPr>
            <a:t>📄</a:t>
          </a:r>
          <a:r>
            <a:rPr lang="en-US" sz="900" kern="1200" dirty="0"/>
            <a:t>cleaning_df.py
</a:t>
          </a:r>
          <a:r>
            <a:rPr lang="fr-FR" sz="900" b="1" i="0" kern="1200" dirty="0">
              <a:solidFill>
                <a:srgbClr val="1A376C"/>
              </a:solidFill>
            </a:rPr>
            <a:t>📄</a:t>
          </a:r>
          <a:r>
            <a:rPr lang="en-US" sz="900" kern="1200" dirty="0"/>
            <a:t>connexion_mongodb.py
</a:t>
          </a:r>
          <a:r>
            <a:rPr lang="fr-FR" sz="900" b="1" i="0" kern="1200" dirty="0">
              <a:solidFill>
                <a:srgbClr val="1A376C"/>
              </a:solidFill>
            </a:rPr>
            <a:t>📄</a:t>
          </a:r>
          <a:r>
            <a:rPr lang="en-US" sz="900" kern="1200" dirty="0"/>
            <a:t>crud_mongodb.py</a:t>
          </a:r>
          <a:endParaRPr lang="fr-FR" sz="900" kern="1200" dirty="0"/>
        </a:p>
      </dsp:txBody>
      <dsp:txXfrm>
        <a:off x="2293321" y="2577456"/>
        <a:ext cx="2017867" cy="1023940"/>
      </dsp:txXfrm>
    </dsp:sp>
    <dsp:sp modelId="{E1707E22-DE73-4F69-8A71-93A0068651DB}">
      <dsp:nvSpPr>
        <dsp:cNvPr id="0" name=""/>
        <dsp:cNvSpPr/>
      </dsp:nvSpPr>
      <dsp:spPr>
        <a:xfrm>
          <a:off x="4430471" y="2545600"/>
          <a:ext cx="2081579" cy="108765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i="0" kern="1200" dirty="0">
              <a:solidFill>
                <a:srgbClr val="1A376C"/>
              </a:solidFill>
            </a:rPr>
            <a:t>📄</a:t>
          </a:r>
          <a:r>
            <a:rPr lang="en-US" sz="900" kern="1200" dirty="0"/>
            <a:t>migration_to_mongodb.py
</a:t>
          </a:r>
          <a:r>
            <a:rPr lang="fr-FR" sz="900" b="1" i="0" kern="1200" dirty="0">
              <a:solidFill>
                <a:srgbClr val="1A376C"/>
              </a:solidFill>
            </a:rPr>
            <a:t>📄</a:t>
          </a:r>
          <a:r>
            <a:rPr lang="en-US" sz="900" kern="1200" dirty="0"/>
            <a:t>export_from_mongodb.py</a:t>
          </a:r>
          <a:endParaRPr lang="fr-FR" sz="900" kern="1200" dirty="0"/>
        </a:p>
      </dsp:txBody>
      <dsp:txXfrm>
        <a:off x="4462327" y="2577456"/>
        <a:ext cx="2017867" cy="1023940"/>
      </dsp:txXfrm>
    </dsp:sp>
    <dsp:sp modelId="{32DA2544-D9E9-413B-9E35-56B258E07A4F}">
      <dsp:nvSpPr>
        <dsp:cNvPr id="0" name=""/>
        <dsp:cNvSpPr/>
      </dsp:nvSpPr>
      <dsp:spPr>
        <a:xfrm>
          <a:off x="6686904" y="1273067"/>
          <a:ext cx="2081579" cy="108765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1" i="0" kern="1200" dirty="0">
              <a:solidFill>
                <a:srgbClr val="1A376C"/>
              </a:solidFill>
            </a:rPr>
            <a:t>📁</a:t>
          </a:r>
          <a:r>
            <a:rPr lang="fr-FR" sz="2600" kern="1200" dirty="0"/>
            <a:t>scripts</a:t>
          </a:r>
        </a:p>
      </dsp:txBody>
      <dsp:txXfrm>
        <a:off x="6718760" y="1304923"/>
        <a:ext cx="2017867" cy="1023940"/>
      </dsp:txXfrm>
    </dsp:sp>
    <dsp:sp modelId="{2E430B2A-E67C-405D-AB5E-55D2C815AC07}">
      <dsp:nvSpPr>
        <dsp:cNvPr id="0" name=""/>
        <dsp:cNvSpPr/>
      </dsp:nvSpPr>
      <dsp:spPr>
        <a:xfrm>
          <a:off x="6686904" y="2545600"/>
          <a:ext cx="2081579" cy="108765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i="0" kern="1200" dirty="0">
              <a:solidFill>
                <a:srgbClr val="1A376C"/>
              </a:solidFill>
            </a:rPr>
            <a:t>📄</a:t>
          </a:r>
          <a:r>
            <a:rPr lang="fr-FR" sz="900" kern="1200" dirty="0"/>
            <a:t>script_migration_csv_mongodb.py
</a:t>
          </a:r>
          <a:r>
            <a:rPr lang="fr-FR" sz="900" b="1" i="0" kern="1200" dirty="0">
              <a:solidFill>
                <a:srgbClr val="1A376C"/>
              </a:solidFill>
            </a:rPr>
            <a:t>📄</a:t>
          </a:r>
          <a:r>
            <a:rPr lang="fr-FR" sz="900" kern="1200" dirty="0"/>
            <a:t>script_export_csv_mongodb.py
</a:t>
          </a:r>
          <a:r>
            <a:rPr lang="fr-FR" sz="900" b="1" i="0" kern="1200" dirty="0">
              <a:solidFill>
                <a:srgbClr val="1A376C"/>
              </a:solidFill>
            </a:rPr>
            <a:t>📄</a:t>
          </a:r>
          <a:r>
            <a:rPr lang="fr-FR" sz="900" kern="1200" dirty="0"/>
            <a:t>script_delete_collection.py</a:t>
          </a:r>
        </a:p>
      </dsp:txBody>
      <dsp:txXfrm>
        <a:off x="6718760" y="2577456"/>
        <a:ext cx="2017867" cy="1023940"/>
      </dsp:txXfrm>
    </dsp:sp>
    <dsp:sp modelId="{55AEDFD5-A587-486E-B898-DCC44D1E8604}">
      <dsp:nvSpPr>
        <dsp:cNvPr id="0" name=""/>
        <dsp:cNvSpPr/>
      </dsp:nvSpPr>
      <dsp:spPr>
        <a:xfrm>
          <a:off x="8943337" y="1273067"/>
          <a:ext cx="2081579" cy="108765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1" i="0" kern="1200" dirty="0">
              <a:solidFill>
                <a:srgbClr val="1A376C"/>
              </a:solidFill>
            </a:rPr>
            <a:t>📁</a:t>
          </a:r>
          <a:r>
            <a:rPr lang="fr-FR" sz="2600" kern="1200" dirty="0"/>
            <a:t>tests</a:t>
          </a:r>
        </a:p>
      </dsp:txBody>
      <dsp:txXfrm>
        <a:off x="8975193" y="1304923"/>
        <a:ext cx="2017867" cy="1023940"/>
      </dsp:txXfrm>
    </dsp:sp>
    <dsp:sp modelId="{3479CE97-527C-461B-8EAE-E3B9179DC551}">
      <dsp:nvSpPr>
        <dsp:cNvPr id="0" name=""/>
        <dsp:cNvSpPr/>
      </dsp:nvSpPr>
      <dsp:spPr>
        <a:xfrm>
          <a:off x="8943337" y="2545600"/>
          <a:ext cx="2081579" cy="108765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i="0" kern="1200" dirty="0">
              <a:solidFill>
                <a:srgbClr val="1A376C"/>
              </a:solidFill>
            </a:rPr>
            <a:t>📄</a:t>
          </a:r>
          <a:r>
            <a:rPr lang="en-US" sz="900" kern="1200" dirty="0"/>
            <a:t>test_cleaning_df.py
</a:t>
          </a:r>
          <a:r>
            <a:rPr lang="fr-FR" sz="900" b="1" i="0" kern="1200" dirty="0">
              <a:solidFill>
                <a:srgbClr val="1A376C"/>
              </a:solidFill>
            </a:rPr>
            <a:t>📄</a:t>
          </a:r>
          <a:r>
            <a:rPr lang="en-US" sz="900" kern="1200" dirty="0"/>
            <a:t>test_crud_mongodb.py
</a:t>
          </a:r>
          <a:r>
            <a:rPr lang="fr-FR" sz="900" b="1" i="0" kern="1200" dirty="0">
              <a:solidFill>
                <a:srgbClr val="1A376C"/>
              </a:solidFill>
            </a:rPr>
            <a:t>📄</a:t>
          </a:r>
          <a:r>
            <a:rPr lang="en-US" sz="900" kern="1200" dirty="0"/>
            <a:t>test_export_mongodb.py
</a:t>
          </a:r>
          <a:r>
            <a:rPr lang="fr-FR" sz="900" b="1" i="0" kern="1200" dirty="0">
              <a:solidFill>
                <a:srgbClr val="1A376C"/>
              </a:solidFill>
            </a:rPr>
            <a:t>📄</a:t>
          </a:r>
          <a:r>
            <a:rPr lang="en-US" sz="900" kern="1200" dirty="0"/>
            <a:t>test_migration_index_mongodb.py</a:t>
          </a:r>
          <a:endParaRPr lang="fr-FR" sz="900" kern="1200" dirty="0"/>
        </a:p>
      </dsp:txBody>
      <dsp:txXfrm>
        <a:off x="8975193" y="2577456"/>
        <a:ext cx="2017867" cy="10239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A64955-8560-4A6A-88D8-61E7806B96BF}">
      <dsp:nvSpPr>
        <dsp:cNvPr id="0" name=""/>
        <dsp:cNvSpPr/>
      </dsp:nvSpPr>
      <dsp:spPr>
        <a:xfrm>
          <a:off x="3089691" y="575197"/>
          <a:ext cx="2721620" cy="3201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52538E-9BCE-4F6B-B33C-812F38C9D2BD}">
      <dsp:nvSpPr>
        <dsp:cNvPr id="0" name=""/>
        <dsp:cNvSpPr/>
      </dsp:nvSpPr>
      <dsp:spPr>
        <a:xfrm>
          <a:off x="3089691" y="695447"/>
          <a:ext cx="199940" cy="19994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F0DEAE-7209-4149-BF5C-29C05B69D427}">
      <dsp:nvSpPr>
        <dsp:cNvPr id="0" name=""/>
        <dsp:cNvSpPr/>
      </dsp:nvSpPr>
      <dsp:spPr>
        <a:xfrm>
          <a:off x="3089691" y="0"/>
          <a:ext cx="2721620" cy="575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85" tIns="46990" rIns="70485" bIns="46990" numCol="1" spcCol="1270" anchor="ctr" anchorCtr="0">
          <a:noAutofit/>
        </a:bodyPr>
        <a:lstStyle/>
        <a:p>
          <a:pPr marL="0" lvl="0" indent="0" algn="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700" b="1" kern="1200" dirty="0"/>
        </a:p>
      </dsp:txBody>
      <dsp:txXfrm>
        <a:off x="3089691" y="0"/>
        <a:ext cx="2721620" cy="575197"/>
      </dsp:txXfrm>
    </dsp:sp>
    <dsp:sp modelId="{AA8A889F-93DB-4AEB-AE28-BA8D95FAD937}">
      <dsp:nvSpPr>
        <dsp:cNvPr id="0" name=""/>
        <dsp:cNvSpPr/>
      </dsp:nvSpPr>
      <dsp:spPr>
        <a:xfrm>
          <a:off x="3089691" y="1161501"/>
          <a:ext cx="199935" cy="19993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DF395B-6517-4CB4-87F6-71E05066E701}">
      <dsp:nvSpPr>
        <dsp:cNvPr id="0" name=""/>
        <dsp:cNvSpPr/>
      </dsp:nvSpPr>
      <dsp:spPr>
        <a:xfrm>
          <a:off x="3280204" y="1028444"/>
          <a:ext cx="2531106" cy="466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_</a:t>
          </a:r>
          <a:r>
            <a:rPr lang="fr-FR" sz="1600" kern="1200" dirty="0">
              <a:latin typeface="+mn-lt"/>
            </a:rPr>
            <a:t>id : </a:t>
          </a:r>
          <a:r>
            <a:rPr lang="fr-FR" sz="1600" kern="1200" dirty="0" err="1">
              <a:latin typeface="+mn-lt"/>
            </a:rPr>
            <a:t>ObjectId</a:t>
          </a:r>
          <a:endParaRPr lang="fr-FR" sz="1600" kern="1200" dirty="0">
            <a:latin typeface="+mn-lt"/>
          </a:endParaRPr>
        </a:p>
      </dsp:txBody>
      <dsp:txXfrm>
        <a:off x="3280204" y="1028444"/>
        <a:ext cx="2531106" cy="466049"/>
      </dsp:txXfrm>
    </dsp:sp>
    <dsp:sp modelId="{A88E1F57-C6C7-4863-9E31-3F09CA6B9236}">
      <dsp:nvSpPr>
        <dsp:cNvPr id="0" name=""/>
        <dsp:cNvSpPr/>
      </dsp:nvSpPr>
      <dsp:spPr>
        <a:xfrm>
          <a:off x="3089691" y="1627551"/>
          <a:ext cx="199935" cy="199935"/>
        </a:xfrm>
        <a:prstGeom prst="rect">
          <a:avLst/>
        </a:prstGeom>
        <a:solidFill>
          <a:srgbClr val="00B050"/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AD3227-C886-4C7F-822D-50DDBC325347}">
      <dsp:nvSpPr>
        <dsp:cNvPr id="0" name=""/>
        <dsp:cNvSpPr/>
      </dsp:nvSpPr>
      <dsp:spPr>
        <a:xfrm>
          <a:off x="3280204" y="1494493"/>
          <a:ext cx="2531106" cy="466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 err="1">
              <a:latin typeface="+mn-lt"/>
            </a:rPr>
            <a:t>name</a:t>
          </a:r>
          <a:r>
            <a:rPr lang="fr-FR" sz="1600" kern="1200" dirty="0">
              <a:latin typeface="+mn-lt"/>
            </a:rPr>
            <a:t> : string</a:t>
          </a:r>
        </a:p>
      </dsp:txBody>
      <dsp:txXfrm>
        <a:off x="3280204" y="1494493"/>
        <a:ext cx="2531106" cy="466049"/>
      </dsp:txXfrm>
    </dsp:sp>
    <dsp:sp modelId="{D016711E-4A5E-4444-B69D-7D83A921ECC9}">
      <dsp:nvSpPr>
        <dsp:cNvPr id="0" name=""/>
        <dsp:cNvSpPr/>
      </dsp:nvSpPr>
      <dsp:spPr>
        <a:xfrm>
          <a:off x="3089691" y="2093600"/>
          <a:ext cx="199935" cy="19993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B98F7E-DE04-43C1-AC7E-9BB292EC59CB}">
      <dsp:nvSpPr>
        <dsp:cNvPr id="0" name=""/>
        <dsp:cNvSpPr/>
      </dsp:nvSpPr>
      <dsp:spPr>
        <a:xfrm>
          <a:off x="3280204" y="1960543"/>
          <a:ext cx="2531106" cy="466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 err="1"/>
            <a:t>age</a:t>
          </a:r>
          <a:r>
            <a:rPr lang="fr-FR" sz="1600" kern="1200" dirty="0"/>
            <a:t> : </a:t>
          </a:r>
          <a:r>
            <a:rPr lang="fr-FR" sz="1600" kern="1200" dirty="0" err="1"/>
            <a:t>int</a:t>
          </a:r>
          <a:endParaRPr lang="fr-FR" sz="1600" kern="1200" dirty="0"/>
        </a:p>
      </dsp:txBody>
      <dsp:txXfrm>
        <a:off x="3280204" y="1960543"/>
        <a:ext cx="2531106" cy="466049"/>
      </dsp:txXfrm>
    </dsp:sp>
    <dsp:sp modelId="{920C68EB-7F16-41F4-BE58-41B1D8FC671E}">
      <dsp:nvSpPr>
        <dsp:cNvPr id="0" name=""/>
        <dsp:cNvSpPr/>
      </dsp:nvSpPr>
      <dsp:spPr>
        <a:xfrm>
          <a:off x="3089691" y="2559649"/>
          <a:ext cx="199935" cy="19993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723231-9225-4B96-B5A7-C665D0AD2182}">
      <dsp:nvSpPr>
        <dsp:cNvPr id="0" name=""/>
        <dsp:cNvSpPr/>
      </dsp:nvSpPr>
      <dsp:spPr>
        <a:xfrm>
          <a:off x="3280204" y="2426592"/>
          <a:ext cx="2531106" cy="466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 err="1"/>
            <a:t>gender</a:t>
          </a:r>
          <a:r>
            <a:rPr lang="fr-FR" sz="1600" kern="1200" dirty="0"/>
            <a:t> : string</a:t>
          </a:r>
        </a:p>
      </dsp:txBody>
      <dsp:txXfrm>
        <a:off x="3280204" y="2426592"/>
        <a:ext cx="2531106" cy="466049"/>
      </dsp:txXfrm>
    </dsp:sp>
    <dsp:sp modelId="{786DD8C2-FC7A-442B-995E-41FCE33CDA28}">
      <dsp:nvSpPr>
        <dsp:cNvPr id="0" name=""/>
        <dsp:cNvSpPr/>
      </dsp:nvSpPr>
      <dsp:spPr>
        <a:xfrm>
          <a:off x="3089691" y="3025698"/>
          <a:ext cx="199935" cy="19993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C5F3C8-F1CB-4532-ACC1-57EDA20A791C}">
      <dsp:nvSpPr>
        <dsp:cNvPr id="0" name=""/>
        <dsp:cNvSpPr/>
      </dsp:nvSpPr>
      <dsp:spPr>
        <a:xfrm>
          <a:off x="3280204" y="2892641"/>
          <a:ext cx="2531106" cy="466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 err="1"/>
            <a:t>blood_type</a:t>
          </a:r>
          <a:r>
            <a:rPr lang="fr-FR" sz="1600" kern="1200" dirty="0"/>
            <a:t> : string</a:t>
          </a:r>
        </a:p>
      </dsp:txBody>
      <dsp:txXfrm>
        <a:off x="3280204" y="2892641"/>
        <a:ext cx="2531106" cy="466049"/>
      </dsp:txXfrm>
    </dsp:sp>
    <dsp:sp modelId="{BE1AF460-C5CC-4A93-8880-F7867F9445D1}">
      <dsp:nvSpPr>
        <dsp:cNvPr id="0" name=""/>
        <dsp:cNvSpPr/>
      </dsp:nvSpPr>
      <dsp:spPr>
        <a:xfrm>
          <a:off x="3089691" y="3491748"/>
          <a:ext cx="199935" cy="199935"/>
        </a:xfrm>
        <a:prstGeom prst="rect">
          <a:avLst/>
        </a:prstGeom>
        <a:solidFill>
          <a:srgbClr val="00B050"/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962F2A-8487-4157-BEB9-931A558A34C9}">
      <dsp:nvSpPr>
        <dsp:cNvPr id="0" name=""/>
        <dsp:cNvSpPr/>
      </dsp:nvSpPr>
      <dsp:spPr>
        <a:xfrm>
          <a:off x="3280204" y="3358690"/>
          <a:ext cx="2531106" cy="466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 err="1"/>
            <a:t>medical_condition</a:t>
          </a:r>
          <a:r>
            <a:rPr lang="fr-FR" sz="1600" kern="1200" dirty="0"/>
            <a:t> : string</a:t>
          </a:r>
        </a:p>
      </dsp:txBody>
      <dsp:txXfrm>
        <a:off x="3280204" y="3358690"/>
        <a:ext cx="2531106" cy="466049"/>
      </dsp:txXfrm>
    </dsp:sp>
    <dsp:sp modelId="{F3503FAF-19D5-4B41-B88F-952891152882}">
      <dsp:nvSpPr>
        <dsp:cNvPr id="0" name=""/>
        <dsp:cNvSpPr/>
      </dsp:nvSpPr>
      <dsp:spPr>
        <a:xfrm>
          <a:off x="3089691" y="3957797"/>
          <a:ext cx="199935" cy="199935"/>
        </a:xfrm>
        <a:prstGeom prst="rect">
          <a:avLst/>
        </a:prstGeom>
        <a:solidFill>
          <a:srgbClr val="00B050"/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CDA940-9644-43A5-AC47-9EB1EC1C1BD4}">
      <dsp:nvSpPr>
        <dsp:cNvPr id="0" name=""/>
        <dsp:cNvSpPr/>
      </dsp:nvSpPr>
      <dsp:spPr>
        <a:xfrm>
          <a:off x="3280204" y="3824740"/>
          <a:ext cx="2531106" cy="466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 err="1"/>
            <a:t>date_of_admission</a:t>
          </a:r>
          <a:r>
            <a:rPr lang="fr-FR" sz="1600" kern="1200" dirty="0"/>
            <a:t> : date</a:t>
          </a:r>
        </a:p>
      </dsp:txBody>
      <dsp:txXfrm>
        <a:off x="3280204" y="3824740"/>
        <a:ext cx="2531106" cy="466049"/>
      </dsp:txXfrm>
    </dsp:sp>
    <dsp:sp modelId="{34AD4136-B591-42B8-9C30-3D077D5A2899}">
      <dsp:nvSpPr>
        <dsp:cNvPr id="0" name=""/>
        <dsp:cNvSpPr/>
      </dsp:nvSpPr>
      <dsp:spPr>
        <a:xfrm>
          <a:off x="3089691" y="4423846"/>
          <a:ext cx="199935" cy="19993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33BAEF-1B79-4BF1-AFCA-BD58E92C5927}">
      <dsp:nvSpPr>
        <dsp:cNvPr id="0" name=""/>
        <dsp:cNvSpPr/>
      </dsp:nvSpPr>
      <dsp:spPr>
        <a:xfrm>
          <a:off x="3280204" y="4290789"/>
          <a:ext cx="2531106" cy="466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 err="1"/>
            <a:t>doctor</a:t>
          </a:r>
          <a:r>
            <a:rPr lang="fr-FR" sz="1600" kern="1200" dirty="0"/>
            <a:t> : string</a:t>
          </a:r>
        </a:p>
      </dsp:txBody>
      <dsp:txXfrm>
        <a:off x="3280204" y="4290789"/>
        <a:ext cx="2531106" cy="466049"/>
      </dsp:txXfrm>
    </dsp:sp>
    <dsp:sp modelId="{A3E2CD6F-2BAB-4787-8088-810A41D93261}">
      <dsp:nvSpPr>
        <dsp:cNvPr id="0" name=""/>
        <dsp:cNvSpPr/>
      </dsp:nvSpPr>
      <dsp:spPr>
        <a:xfrm>
          <a:off x="5812917" y="575197"/>
          <a:ext cx="2721620" cy="3201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D51D74-761E-49F2-AAA2-6B4B6138CB79}">
      <dsp:nvSpPr>
        <dsp:cNvPr id="0" name=""/>
        <dsp:cNvSpPr/>
      </dsp:nvSpPr>
      <dsp:spPr>
        <a:xfrm>
          <a:off x="5947392" y="695447"/>
          <a:ext cx="199940" cy="19994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7362CD-EFDC-4225-AA47-59DF24280B74}">
      <dsp:nvSpPr>
        <dsp:cNvPr id="0" name=""/>
        <dsp:cNvSpPr/>
      </dsp:nvSpPr>
      <dsp:spPr>
        <a:xfrm>
          <a:off x="5947392" y="0"/>
          <a:ext cx="2721620" cy="575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85" tIns="46990" rIns="70485" bIns="4699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700" kern="1200" dirty="0"/>
        </a:p>
      </dsp:txBody>
      <dsp:txXfrm>
        <a:off x="5947392" y="0"/>
        <a:ext cx="2721620" cy="575197"/>
      </dsp:txXfrm>
    </dsp:sp>
    <dsp:sp modelId="{50864C3F-D9E4-4144-A74D-E04880E2E68A}">
      <dsp:nvSpPr>
        <dsp:cNvPr id="0" name=""/>
        <dsp:cNvSpPr/>
      </dsp:nvSpPr>
      <dsp:spPr>
        <a:xfrm>
          <a:off x="5947392" y="1161501"/>
          <a:ext cx="199935" cy="199935"/>
        </a:xfrm>
        <a:prstGeom prst="rect">
          <a:avLst/>
        </a:prstGeom>
        <a:solidFill>
          <a:srgbClr val="00B050"/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E435C-18C4-419C-9C71-08DE90FAD941}">
      <dsp:nvSpPr>
        <dsp:cNvPr id="0" name=""/>
        <dsp:cNvSpPr/>
      </dsp:nvSpPr>
      <dsp:spPr>
        <a:xfrm>
          <a:off x="6137905" y="1028444"/>
          <a:ext cx="2531106" cy="466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 err="1"/>
            <a:t>hospital</a:t>
          </a:r>
          <a:r>
            <a:rPr lang="fr-FR" sz="1600" kern="1200" dirty="0"/>
            <a:t> : string</a:t>
          </a:r>
        </a:p>
      </dsp:txBody>
      <dsp:txXfrm>
        <a:off x="6137905" y="1028444"/>
        <a:ext cx="2531106" cy="466049"/>
      </dsp:txXfrm>
    </dsp:sp>
    <dsp:sp modelId="{2AC9EE26-FC5D-49AA-BF24-51036CAC6CA3}">
      <dsp:nvSpPr>
        <dsp:cNvPr id="0" name=""/>
        <dsp:cNvSpPr/>
      </dsp:nvSpPr>
      <dsp:spPr>
        <a:xfrm>
          <a:off x="5947392" y="1627551"/>
          <a:ext cx="199935" cy="19993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300159-3E19-4262-9EF1-609234F4D024}">
      <dsp:nvSpPr>
        <dsp:cNvPr id="0" name=""/>
        <dsp:cNvSpPr/>
      </dsp:nvSpPr>
      <dsp:spPr>
        <a:xfrm>
          <a:off x="6137905" y="1494493"/>
          <a:ext cx="2531106" cy="466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 err="1"/>
            <a:t>insurance_provider</a:t>
          </a:r>
          <a:r>
            <a:rPr lang="fr-FR" sz="1600" kern="1200" dirty="0"/>
            <a:t> : string</a:t>
          </a:r>
        </a:p>
      </dsp:txBody>
      <dsp:txXfrm>
        <a:off x="6137905" y="1494493"/>
        <a:ext cx="2531106" cy="466049"/>
      </dsp:txXfrm>
    </dsp:sp>
    <dsp:sp modelId="{9F97F498-EB19-43F6-9376-3FB9C015ED56}">
      <dsp:nvSpPr>
        <dsp:cNvPr id="0" name=""/>
        <dsp:cNvSpPr/>
      </dsp:nvSpPr>
      <dsp:spPr>
        <a:xfrm>
          <a:off x="5947392" y="2093600"/>
          <a:ext cx="199935" cy="19993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F3E672-460A-4745-BA82-0EC46CEF38BD}">
      <dsp:nvSpPr>
        <dsp:cNvPr id="0" name=""/>
        <dsp:cNvSpPr/>
      </dsp:nvSpPr>
      <dsp:spPr>
        <a:xfrm>
          <a:off x="6137905" y="1960543"/>
          <a:ext cx="2531106" cy="466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 err="1"/>
            <a:t>billing_amount</a:t>
          </a:r>
          <a:r>
            <a:rPr lang="fr-FR" sz="1600" kern="1200" dirty="0"/>
            <a:t> : </a:t>
          </a:r>
          <a:r>
            <a:rPr lang="fr-FR" sz="1600" kern="1200" dirty="0" err="1"/>
            <a:t>float</a:t>
          </a:r>
          <a:endParaRPr lang="fr-FR" sz="1600" kern="1200" dirty="0"/>
        </a:p>
      </dsp:txBody>
      <dsp:txXfrm>
        <a:off x="6137905" y="1960543"/>
        <a:ext cx="2531106" cy="466049"/>
      </dsp:txXfrm>
    </dsp:sp>
    <dsp:sp modelId="{CE539415-4E47-4D2C-A7FC-594542A9B702}">
      <dsp:nvSpPr>
        <dsp:cNvPr id="0" name=""/>
        <dsp:cNvSpPr/>
      </dsp:nvSpPr>
      <dsp:spPr>
        <a:xfrm>
          <a:off x="5947392" y="2559649"/>
          <a:ext cx="199935" cy="19993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A5B6F6-D69E-4B0E-BD5F-96E9B47BBDE4}">
      <dsp:nvSpPr>
        <dsp:cNvPr id="0" name=""/>
        <dsp:cNvSpPr/>
      </dsp:nvSpPr>
      <dsp:spPr>
        <a:xfrm>
          <a:off x="6137905" y="2426592"/>
          <a:ext cx="2531106" cy="466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 err="1"/>
            <a:t>room_number</a:t>
          </a:r>
          <a:r>
            <a:rPr lang="fr-FR" sz="1600" kern="1200" dirty="0"/>
            <a:t> : </a:t>
          </a:r>
          <a:r>
            <a:rPr lang="fr-FR" sz="1600" kern="1200" dirty="0" err="1"/>
            <a:t>int</a:t>
          </a:r>
          <a:endParaRPr lang="fr-FR" sz="1600" kern="1200" dirty="0"/>
        </a:p>
      </dsp:txBody>
      <dsp:txXfrm>
        <a:off x="6137905" y="2426592"/>
        <a:ext cx="2531106" cy="466049"/>
      </dsp:txXfrm>
    </dsp:sp>
    <dsp:sp modelId="{80B31469-8358-471A-B9D1-F5381ECA2D32}">
      <dsp:nvSpPr>
        <dsp:cNvPr id="0" name=""/>
        <dsp:cNvSpPr/>
      </dsp:nvSpPr>
      <dsp:spPr>
        <a:xfrm>
          <a:off x="5947392" y="3025698"/>
          <a:ext cx="199935" cy="19993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7751F2-1347-41BB-8F60-9AD6C36AC4DB}">
      <dsp:nvSpPr>
        <dsp:cNvPr id="0" name=""/>
        <dsp:cNvSpPr/>
      </dsp:nvSpPr>
      <dsp:spPr>
        <a:xfrm>
          <a:off x="6137905" y="2892641"/>
          <a:ext cx="2531106" cy="466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 err="1"/>
            <a:t>admission_type</a:t>
          </a:r>
          <a:r>
            <a:rPr lang="fr-FR" sz="1600" kern="1200" dirty="0"/>
            <a:t> : string</a:t>
          </a:r>
        </a:p>
      </dsp:txBody>
      <dsp:txXfrm>
        <a:off x="6137905" y="2892641"/>
        <a:ext cx="2531106" cy="466049"/>
      </dsp:txXfrm>
    </dsp:sp>
    <dsp:sp modelId="{55398E44-2551-4436-A432-19186F8621BE}">
      <dsp:nvSpPr>
        <dsp:cNvPr id="0" name=""/>
        <dsp:cNvSpPr/>
      </dsp:nvSpPr>
      <dsp:spPr>
        <a:xfrm>
          <a:off x="5947392" y="3491748"/>
          <a:ext cx="199935" cy="199935"/>
        </a:xfrm>
        <a:prstGeom prst="rect">
          <a:avLst/>
        </a:prstGeom>
        <a:solidFill>
          <a:srgbClr val="00B050"/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DA767D-2C77-4AC1-B7E1-6BEEE0D3D40A}">
      <dsp:nvSpPr>
        <dsp:cNvPr id="0" name=""/>
        <dsp:cNvSpPr/>
      </dsp:nvSpPr>
      <dsp:spPr>
        <a:xfrm>
          <a:off x="6137905" y="3358690"/>
          <a:ext cx="2531106" cy="466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 err="1"/>
            <a:t>discharge_date</a:t>
          </a:r>
          <a:r>
            <a:rPr lang="fr-FR" sz="1600" kern="1200" dirty="0"/>
            <a:t> : date</a:t>
          </a:r>
        </a:p>
      </dsp:txBody>
      <dsp:txXfrm>
        <a:off x="6137905" y="3358690"/>
        <a:ext cx="2531106" cy="466049"/>
      </dsp:txXfrm>
    </dsp:sp>
    <dsp:sp modelId="{5CC1FED9-4EB0-4B58-A4CF-A6B68F751034}">
      <dsp:nvSpPr>
        <dsp:cNvPr id="0" name=""/>
        <dsp:cNvSpPr/>
      </dsp:nvSpPr>
      <dsp:spPr>
        <a:xfrm>
          <a:off x="5947392" y="3957797"/>
          <a:ext cx="199935" cy="19993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9B57B2-CBE4-4E5B-87DB-FD640B2367D5}">
      <dsp:nvSpPr>
        <dsp:cNvPr id="0" name=""/>
        <dsp:cNvSpPr/>
      </dsp:nvSpPr>
      <dsp:spPr>
        <a:xfrm>
          <a:off x="6137905" y="3824740"/>
          <a:ext cx="2531106" cy="466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 err="1"/>
            <a:t>medication</a:t>
          </a:r>
          <a:r>
            <a:rPr lang="fr-FR" sz="1600" kern="1200" dirty="0"/>
            <a:t> : string</a:t>
          </a:r>
        </a:p>
      </dsp:txBody>
      <dsp:txXfrm>
        <a:off x="6137905" y="3824740"/>
        <a:ext cx="2531106" cy="466049"/>
      </dsp:txXfrm>
    </dsp:sp>
    <dsp:sp modelId="{3EB5FEC8-6D91-4512-B66D-99D6556175C1}">
      <dsp:nvSpPr>
        <dsp:cNvPr id="0" name=""/>
        <dsp:cNvSpPr/>
      </dsp:nvSpPr>
      <dsp:spPr>
        <a:xfrm>
          <a:off x="5947392" y="4423846"/>
          <a:ext cx="199935" cy="19993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8DCA06-4C5C-4079-8897-FC7F5BC43585}">
      <dsp:nvSpPr>
        <dsp:cNvPr id="0" name=""/>
        <dsp:cNvSpPr/>
      </dsp:nvSpPr>
      <dsp:spPr>
        <a:xfrm>
          <a:off x="6137905" y="4290789"/>
          <a:ext cx="2531106" cy="466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test_results : string</a:t>
          </a:r>
          <a:endParaRPr lang="fr-FR" sz="1600" kern="1200" dirty="0"/>
        </a:p>
      </dsp:txBody>
      <dsp:txXfrm>
        <a:off x="6137905" y="4290789"/>
        <a:ext cx="2531106" cy="4660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93C212-4F85-4FC6-ACB1-0F391E0CE638}">
      <dsp:nvSpPr>
        <dsp:cNvPr id="0" name=""/>
        <dsp:cNvSpPr/>
      </dsp:nvSpPr>
      <dsp:spPr>
        <a:xfrm>
          <a:off x="3294" y="505699"/>
          <a:ext cx="3212075" cy="128483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b="1" kern="1200" dirty="0">
              <a:solidFill>
                <a:schemeClr val="bg1"/>
              </a:solidFill>
            </a:rPr>
            <a:t>Transformations</a:t>
          </a:r>
        </a:p>
      </dsp:txBody>
      <dsp:txXfrm>
        <a:off x="3294" y="505699"/>
        <a:ext cx="3212075" cy="1284830"/>
      </dsp:txXfrm>
    </dsp:sp>
    <dsp:sp modelId="{402A4689-5F82-4095-B160-6ED5D0524EAE}">
      <dsp:nvSpPr>
        <dsp:cNvPr id="0" name=""/>
        <dsp:cNvSpPr/>
      </dsp:nvSpPr>
      <dsp:spPr>
        <a:xfrm>
          <a:off x="0" y="1781412"/>
          <a:ext cx="3212075" cy="312243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b="1" kern="1200" dirty="0"/>
            <a:t>Harmonisation noms de colonnes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fr-FR" sz="1400" kern="1200" dirty="0" err="1"/>
            <a:t>clean_columns_name</a:t>
          </a:r>
          <a:r>
            <a:rPr lang="fr-FR" sz="1400" kern="1200" dirty="0"/>
            <a:t>()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b="1" kern="1200" dirty="0"/>
            <a:t>Nettoyage contenu texte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fr-FR" sz="1400" kern="1200" dirty="0" err="1"/>
            <a:t>clean_columns_content</a:t>
          </a:r>
          <a:r>
            <a:rPr lang="fr-FR" sz="1400" kern="1200" dirty="0"/>
            <a:t>()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b="1" kern="1200" dirty="0"/>
            <a:t>Conversion colonnes dates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fr-FR" sz="1400" kern="1200" dirty="0" err="1"/>
            <a:t>convert_type_date</a:t>
          </a:r>
          <a:r>
            <a:rPr lang="fr-FR" sz="1400" kern="1200" dirty="0"/>
            <a:t>()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b="1" kern="1200" dirty="0"/>
            <a:t>Conversion décimaux (</a:t>
          </a:r>
          <a:r>
            <a:rPr lang="fr-FR" sz="1800" b="1" kern="1200" dirty="0" err="1"/>
            <a:t>billing</a:t>
          </a:r>
          <a:r>
            <a:rPr lang="fr-FR" sz="1800" b="1" kern="1200" dirty="0"/>
            <a:t>)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fr-FR" sz="1400" kern="1200" dirty="0" err="1"/>
            <a:t>convert_type_float</a:t>
          </a:r>
          <a:r>
            <a:rPr lang="fr-FR" sz="1400" kern="1200" dirty="0"/>
            <a:t>()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b="1" kern="1200" dirty="0"/>
            <a:t>Conversion entiers (</a:t>
          </a:r>
          <a:r>
            <a:rPr lang="fr-FR" sz="1800" b="1" kern="1200" dirty="0" err="1"/>
            <a:t>age</a:t>
          </a:r>
          <a:r>
            <a:rPr lang="fr-FR" sz="1800" b="1" kern="1200" dirty="0"/>
            <a:t>, room)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fr-FR" sz="1400" kern="1200" dirty="0" err="1"/>
            <a:t>convert_type_int</a:t>
          </a:r>
          <a:r>
            <a:rPr lang="fr-FR" sz="1400" kern="1200" dirty="0"/>
            <a:t>()</a:t>
          </a:r>
        </a:p>
      </dsp:txBody>
      <dsp:txXfrm>
        <a:off x="0" y="1781412"/>
        <a:ext cx="3212075" cy="3122437"/>
      </dsp:txXfrm>
    </dsp:sp>
    <dsp:sp modelId="{E287B113-DC8F-4125-BDA9-760A4D0972E0}">
      <dsp:nvSpPr>
        <dsp:cNvPr id="0" name=""/>
        <dsp:cNvSpPr/>
      </dsp:nvSpPr>
      <dsp:spPr>
        <a:xfrm>
          <a:off x="3665060" y="505699"/>
          <a:ext cx="3212075" cy="128483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b="1" kern="1200" dirty="0">
              <a:solidFill>
                <a:schemeClr val="bg1"/>
              </a:solidFill>
            </a:rPr>
            <a:t>Contrôles qualité</a:t>
          </a:r>
        </a:p>
      </dsp:txBody>
      <dsp:txXfrm>
        <a:off x="3665060" y="505699"/>
        <a:ext cx="3212075" cy="1284830"/>
      </dsp:txXfrm>
    </dsp:sp>
    <dsp:sp modelId="{F4B86B3A-2E38-4840-A58F-760A1508EC85}">
      <dsp:nvSpPr>
        <dsp:cNvPr id="0" name=""/>
        <dsp:cNvSpPr/>
      </dsp:nvSpPr>
      <dsp:spPr>
        <a:xfrm>
          <a:off x="3665060" y="1790529"/>
          <a:ext cx="3212075" cy="312243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b="1" kern="1200">
              <a:latin typeface="+mn-lt"/>
              <a:ea typeface="Calibri" pitchFamily="34" charset="-122"/>
              <a:cs typeface="Calibri" pitchFamily="34" charset="-120"/>
            </a:rPr>
            <a:t>Âges négatifs</a:t>
          </a:r>
          <a:endParaRPr lang="fr-FR" sz="1800" kern="1200" dirty="0">
            <a:latin typeface="+mn-lt"/>
          </a:endParaRP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fr-FR" sz="1800" kern="1200">
              <a:latin typeface="+mn-lt"/>
            </a:rPr>
            <a:t> </a:t>
          </a:r>
          <a:r>
            <a:rPr lang="fr-FR" sz="1400" kern="1200">
              <a:latin typeface="+mn-lt"/>
            </a:rPr>
            <a:t>age_negatif()</a:t>
          </a:r>
          <a:endParaRPr lang="fr-FR" sz="1400" kern="1200" dirty="0">
            <a:latin typeface="+mn-lt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>
              <a:latin typeface="+mn-lt"/>
              <a:ea typeface="Calibri" pitchFamily="34" charset="-122"/>
              <a:cs typeface="Calibri" pitchFamily="34" charset="-120"/>
            </a:rPr>
            <a:t>Factures negatives</a:t>
          </a:r>
          <a:endParaRPr lang="fr-FR" sz="1800" kern="1200" dirty="0">
            <a:latin typeface="+mn-lt"/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fr-FR" sz="1400" kern="1200">
              <a:latin typeface="+mn-lt"/>
            </a:rPr>
            <a:t>billing_negatif()</a:t>
          </a:r>
          <a:endParaRPr lang="fr-FR" sz="1400" kern="1200" dirty="0">
            <a:latin typeface="+mn-lt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b="1" kern="1200">
              <a:latin typeface="+mn-lt"/>
            </a:rPr>
            <a:t>Incohérence dates</a:t>
          </a:r>
          <a:endParaRPr lang="fr-FR" sz="1800" b="0" kern="1200" dirty="0">
            <a:latin typeface="+mn-lt"/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fr-FR" sz="1400" b="0" kern="1200">
              <a:latin typeface="+mn-lt"/>
            </a:rPr>
            <a:t>date_incoherence()</a:t>
          </a:r>
          <a:endParaRPr lang="fr-FR" sz="1400" b="0" kern="1200" dirty="0">
            <a:latin typeface="+mn-lt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b="1" kern="1200">
              <a:latin typeface="+mn-lt"/>
            </a:rPr>
            <a:t>Colonnes 100% nulles</a:t>
          </a:r>
          <a:endParaRPr lang="fr-FR" sz="1800" b="1" kern="1200" dirty="0">
            <a:latin typeface="+mn-lt"/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fr-FR" sz="1400" b="0" kern="1200">
              <a:latin typeface="+mn-lt"/>
            </a:rPr>
            <a:t>analyse_df()</a:t>
          </a:r>
          <a:endParaRPr lang="fr-FR" sz="1400" b="0" kern="1200" dirty="0">
            <a:latin typeface="+mn-lt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b="1" kern="1200">
              <a:latin typeface="+mn-lt"/>
            </a:rPr>
            <a:t>Doublons complets</a:t>
          </a:r>
          <a:endParaRPr lang="fr-FR" sz="1800" b="1" kern="1200" dirty="0">
            <a:latin typeface="+mn-lt"/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fr-FR" sz="1400" b="0" kern="1200">
              <a:latin typeface="+mn-lt"/>
            </a:rPr>
            <a:t>analyse_df()</a:t>
          </a:r>
          <a:endParaRPr lang="fr-FR" sz="1400" b="0" kern="1200" dirty="0">
            <a:latin typeface="+mn-lt"/>
          </a:endParaRPr>
        </a:p>
      </dsp:txBody>
      <dsp:txXfrm>
        <a:off x="3665060" y="1790529"/>
        <a:ext cx="3212075" cy="3122437"/>
      </dsp:txXfrm>
    </dsp:sp>
    <dsp:sp modelId="{249659AD-BC72-4673-AF20-1C17D5591BAB}">
      <dsp:nvSpPr>
        <dsp:cNvPr id="0" name=""/>
        <dsp:cNvSpPr/>
      </dsp:nvSpPr>
      <dsp:spPr>
        <a:xfrm>
          <a:off x="7326826" y="505699"/>
          <a:ext cx="3212075" cy="128483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b="1" kern="1200" dirty="0">
              <a:solidFill>
                <a:schemeClr val="bg1"/>
              </a:solidFill>
            </a:rPr>
            <a:t>Migration vers MongoDB</a:t>
          </a:r>
        </a:p>
      </dsp:txBody>
      <dsp:txXfrm>
        <a:off x="7326826" y="505699"/>
        <a:ext cx="3212075" cy="1284830"/>
      </dsp:txXfrm>
    </dsp:sp>
    <dsp:sp modelId="{F46CA606-2E3E-48EA-AE41-8449EE4FB6B7}">
      <dsp:nvSpPr>
        <dsp:cNvPr id="0" name=""/>
        <dsp:cNvSpPr/>
      </dsp:nvSpPr>
      <dsp:spPr>
        <a:xfrm>
          <a:off x="7326826" y="1790529"/>
          <a:ext cx="3212075" cy="312243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b="1" kern="1200" dirty="0">
              <a:latin typeface="Franklin Gothic Book" panose="020B0502020104020203"/>
              <a:ea typeface="+mn-ea"/>
              <a:cs typeface="+mn-cs"/>
            </a:rPr>
            <a:t>Import des données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fr-FR" sz="1400" b="0" kern="1200">
              <a:latin typeface="Franklin Gothic Book" panose="020B0502020104020203"/>
              <a:ea typeface="+mn-ea"/>
              <a:cs typeface="+mn-cs"/>
            </a:rPr>
            <a:t>migrate_mongodb()</a:t>
          </a:r>
          <a:endParaRPr lang="fr-FR" sz="1400" b="0" kern="1200" dirty="0">
            <a:latin typeface="Franklin Gothic Book" panose="020B0502020104020203"/>
            <a:ea typeface="+mn-ea"/>
            <a:cs typeface="+mn-cs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b="1" kern="1200">
              <a:latin typeface="Franklin Gothic Book" panose="020B0502020104020203"/>
              <a:ea typeface="+mn-ea"/>
              <a:cs typeface="+mn-cs"/>
            </a:rPr>
            <a:t>Création d’index</a:t>
          </a:r>
          <a:endParaRPr lang="fr-FR" sz="1800" b="1" kern="1200" dirty="0">
            <a:latin typeface="Franklin Gothic Book" panose="020B0502020104020203"/>
            <a:ea typeface="+mn-ea"/>
            <a:cs typeface="+mn-cs"/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fr-FR" sz="1400" b="0" kern="1200" dirty="0" err="1">
              <a:latin typeface="Franklin Gothic Book" panose="020B0502020104020203"/>
              <a:ea typeface="+mn-ea"/>
              <a:cs typeface="+mn-cs"/>
            </a:rPr>
            <a:t>create_index_mongodb</a:t>
          </a:r>
          <a:r>
            <a:rPr lang="fr-FR" sz="1400" b="0" kern="1200" dirty="0">
              <a:latin typeface="Franklin Gothic Book" panose="020B0502020104020203"/>
              <a:ea typeface="+mn-ea"/>
              <a:cs typeface="+mn-cs"/>
            </a:rPr>
            <a:t>()</a:t>
          </a:r>
        </a:p>
      </dsp:txBody>
      <dsp:txXfrm>
        <a:off x="7326826" y="1790529"/>
        <a:ext cx="3212075" cy="312243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93C212-4F85-4FC6-ACB1-0F391E0CE638}">
      <dsp:nvSpPr>
        <dsp:cNvPr id="0" name=""/>
        <dsp:cNvSpPr/>
      </dsp:nvSpPr>
      <dsp:spPr>
        <a:xfrm>
          <a:off x="1710" y="1394113"/>
          <a:ext cx="2701200" cy="59719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b="1" kern="1200" dirty="0">
              <a:solidFill>
                <a:schemeClr val="bg1"/>
              </a:solidFill>
            </a:rPr>
            <a:t>CREATE</a:t>
          </a:r>
        </a:p>
      </dsp:txBody>
      <dsp:txXfrm>
        <a:off x="1710" y="1394113"/>
        <a:ext cx="2701200" cy="597195"/>
      </dsp:txXfrm>
    </dsp:sp>
    <dsp:sp modelId="{402A4689-5F82-4095-B160-6ED5D0524EAE}">
      <dsp:nvSpPr>
        <dsp:cNvPr id="0" name=""/>
        <dsp:cNvSpPr/>
      </dsp:nvSpPr>
      <dsp:spPr>
        <a:xfrm>
          <a:off x="0" y="1984969"/>
          <a:ext cx="2701200" cy="203404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-FR" sz="1800" b="1" kern="1200" dirty="0" err="1"/>
            <a:t>create_one_document</a:t>
          </a:r>
          <a:r>
            <a:rPr lang="fr-FR" sz="1800" b="1" kern="1200" dirty="0"/>
            <a:t>()
</a:t>
          </a:r>
          <a:r>
            <a:rPr lang="fr-FR" sz="1800" b="1" kern="1200" dirty="0" err="1"/>
            <a:t>create_documents</a:t>
          </a:r>
          <a:r>
            <a:rPr lang="fr-FR" sz="1800" b="1" kern="1200" dirty="0"/>
            <a:t>()</a:t>
          </a:r>
        </a:p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800" b="1" kern="1200" dirty="0"/>
        </a:p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fr-FR" sz="1800" b="1" kern="1200" dirty="0"/>
            <a:t>Insertion d'un ou plusieurs documents dans la collection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800" b="1" kern="1200" dirty="0"/>
        </a:p>
      </dsp:txBody>
      <dsp:txXfrm>
        <a:off x="0" y="1984969"/>
        <a:ext cx="2701200" cy="2034044"/>
      </dsp:txXfrm>
    </dsp:sp>
    <dsp:sp modelId="{E287B113-DC8F-4125-BDA9-760A4D0972E0}">
      <dsp:nvSpPr>
        <dsp:cNvPr id="0" name=""/>
        <dsp:cNvSpPr/>
      </dsp:nvSpPr>
      <dsp:spPr>
        <a:xfrm>
          <a:off x="3083861" y="1381614"/>
          <a:ext cx="2701200" cy="59719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b="1" kern="1200" dirty="0">
              <a:solidFill>
                <a:schemeClr val="bg1"/>
              </a:solidFill>
            </a:rPr>
            <a:t>READ</a:t>
          </a:r>
        </a:p>
      </dsp:txBody>
      <dsp:txXfrm>
        <a:off x="3083861" y="1381614"/>
        <a:ext cx="2701200" cy="597195"/>
      </dsp:txXfrm>
    </dsp:sp>
    <dsp:sp modelId="{F4B86B3A-2E38-4840-A58F-760A1508EC85}">
      <dsp:nvSpPr>
        <dsp:cNvPr id="0" name=""/>
        <dsp:cNvSpPr/>
      </dsp:nvSpPr>
      <dsp:spPr>
        <a:xfrm>
          <a:off x="3083861" y="1990908"/>
          <a:ext cx="2701200" cy="2034044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-FR" sz="1800" b="1" kern="1200" dirty="0" err="1">
              <a:latin typeface="+mn-lt"/>
              <a:ea typeface="Calibri" pitchFamily="34" charset="-122"/>
              <a:cs typeface="Calibri" pitchFamily="34" charset="-120"/>
            </a:rPr>
            <a:t>read_one_document</a:t>
          </a:r>
          <a:r>
            <a:rPr lang="fr-FR" sz="1800" b="1" kern="1200" dirty="0">
              <a:latin typeface="+mn-lt"/>
              <a:ea typeface="Calibri" pitchFamily="34" charset="-122"/>
              <a:cs typeface="Calibri" pitchFamily="34" charset="-120"/>
            </a:rPr>
            <a:t>()
</a:t>
          </a:r>
          <a:r>
            <a:rPr lang="fr-FR" sz="1800" b="1" kern="1200" dirty="0" err="1">
              <a:latin typeface="+mn-lt"/>
              <a:ea typeface="Calibri" pitchFamily="34" charset="-122"/>
              <a:cs typeface="Calibri" pitchFamily="34" charset="-120"/>
            </a:rPr>
            <a:t>read_documents</a:t>
          </a:r>
          <a:r>
            <a:rPr lang="fr-FR" sz="1800" b="1" kern="1200" dirty="0">
              <a:latin typeface="+mn-lt"/>
              <a:ea typeface="Calibri" pitchFamily="34" charset="-122"/>
              <a:cs typeface="Calibri" pitchFamily="34" charset="-120"/>
            </a:rPr>
            <a:t>()</a:t>
          </a:r>
          <a:endParaRPr lang="fr-FR" sz="1800" kern="1200" dirty="0">
            <a:latin typeface="+mn-lt"/>
          </a:endParaRPr>
        </a:p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-FR" sz="1800" b="1" kern="1200" dirty="0">
              <a:latin typeface="+mn-lt"/>
              <a:ea typeface="Calibri" pitchFamily="34" charset="-122"/>
              <a:cs typeface="Calibri" pitchFamily="34" charset="-120"/>
            </a:rPr>
            <a:t>
Lecture avec filtres, champs et limite</a:t>
          </a:r>
          <a:endParaRPr lang="fr-FR" sz="1800" kern="1200" dirty="0">
            <a:latin typeface="+mn-lt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800" b="1" kern="1200" dirty="0">
            <a:latin typeface="+mn-lt"/>
            <a:ea typeface="Calibri" pitchFamily="34" charset="-122"/>
            <a:cs typeface="Calibri" pitchFamily="34" charset="-120"/>
          </a:endParaRPr>
        </a:p>
      </dsp:txBody>
      <dsp:txXfrm>
        <a:off x="3083861" y="1990908"/>
        <a:ext cx="2701200" cy="2034044"/>
      </dsp:txXfrm>
    </dsp:sp>
    <dsp:sp modelId="{249659AD-BC72-4673-AF20-1C17D5591BAB}">
      <dsp:nvSpPr>
        <dsp:cNvPr id="0" name=""/>
        <dsp:cNvSpPr/>
      </dsp:nvSpPr>
      <dsp:spPr>
        <a:xfrm>
          <a:off x="6163230" y="1393713"/>
          <a:ext cx="2701200" cy="59719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b="1" kern="1200" dirty="0">
              <a:solidFill>
                <a:schemeClr val="bg1"/>
              </a:solidFill>
            </a:rPr>
            <a:t>UPDATE</a:t>
          </a:r>
        </a:p>
      </dsp:txBody>
      <dsp:txXfrm>
        <a:off x="6163230" y="1393713"/>
        <a:ext cx="2701200" cy="597195"/>
      </dsp:txXfrm>
    </dsp:sp>
    <dsp:sp modelId="{F46CA606-2E3E-48EA-AE41-8449EE4FB6B7}">
      <dsp:nvSpPr>
        <dsp:cNvPr id="0" name=""/>
        <dsp:cNvSpPr/>
      </dsp:nvSpPr>
      <dsp:spPr>
        <a:xfrm>
          <a:off x="6163230" y="1990908"/>
          <a:ext cx="2701200" cy="2034044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-FR" sz="1800" b="1" kern="1200" dirty="0" err="1">
              <a:latin typeface="Franklin Gothic Book" panose="020B0502020104020203"/>
              <a:ea typeface="+mn-ea"/>
              <a:cs typeface="+mn-cs"/>
            </a:rPr>
            <a:t>update_one_document</a:t>
          </a:r>
          <a:r>
            <a:rPr lang="fr-FR" sz="1800" b="1" kern="1200" dirty="0">
              <a:latin typeface="Franklin Gothic Book" panose="020B0502020104020203"/>
              <a:ea typeface="+mn-ea"/>
              <a:cs typeface="+mn-cs"/>
            </a:rPr>
            <a:t>()
</a:t>
          </a:r>
          <a:r>
            <a:rPr lang="fr-FR" sz="1800" b="1" kern="1200" dirty="0" err="1">
              <a:latin typeface="Franklin Gothic Book" panose="020B0502020104020203"/>
              <a:ea typeface="+mn-ea"/>
              <a:cs typeface="+mn-cs"/>
            </a:rPr>
            <a:t>update_documents</a:t>
          </a:r>
          <a:r>
            <a:rPr lang="fr-FR" sz="1800" b="1" kern="1200" dirty="0">
              <a:latin typeface="Franklin Gothic Book" panose="020B0502020104020203"/>
              <a:ea typeface="+mn-ea"/>
              <a:cs typeface="+mn-cs"/>
            </a:rPr>
            <a:t>()
Mise à jour d'un ou plusieurs documents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800" b="1" kern="1200" dirty="0">
            <a:latin typeface="Franklin Gothic Book" panose="020B0502020104020203"/>
            <a:ea typeface="+mn-ea"/>
            <a:cs typeface="+mn-cs"/>
          </a:endParaRPr>
        </a:p>
      </dsp:txBody>
      <dsp:txXfrm>
        <a:off x="6163230" y="1990908"/>
        <a:ext cx="2701200" cy="2034044"/>
      </dsp:txXfrm>
    </dsp:sp>
    <dsp:sp modelId="{F2494731-0318-4D19-A1A8-09C210E1E33B}">
      <dsp:nvSpPr>
        <dsp:cNvPr id="0" name=""/>
        <dsp:cNvSpPr/>
      </dsp:nvSpPr>
      <dsp:spPr>
        <a:xfrm>
          <a:off x="9242598" y="1393713"/>
          <a:ext cx="2701200" cy="59719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8000"/>
                <a:alpha val="9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90000"/>
                <a:lumMod val="95000"/>
              </a:schemeClr>
            </a:gs>
          </a:gsLst>
          <a:lin ang="5400000" scaled="1"/>
        </a:gradFill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fr-FR" sz="2800" b="1" kern="1200" dirty="0">
              <a:solidFill>
                <a:schemeClr val="bg1"/>
              </a:solidFill>
              <a:latin typeface="Franklin Gothic Book" panose="020B0502020104020203"/>
              <a:ea typeface="+mn-ea"/>
              <a:cs typeface="+mn-cs"/>
            </a:rPr>
            <a:t>DELETE</a:t>
          </a:r>
        </a:p>
      </dsp:txBody>
      <dsp:txXfrm>
        <a:off x="9242598" y="1393713"/>
        <a:ext cx="2701200" cy="597195"/>
      </dsp:txXfrm>
    </dsp:sp>
    <dsp:sp modelId="{68C50029-C252-412E-ADA9-57A106DCDCAF}">
      <dsp:nvSpPr>
        <dsp:cNvPr id="0" name=""/>
        <dsp:cNvSpPr/>
      </dsp:nvSpPr>
      <dsp:spPr>
        <a:xfrm>
          <a:off x="9242598" y="1990908"/>
          <a:ext cx="2701200" cy="203404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ctr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-FR" sz="1900" b="1" kern="1200" dirty="0" err="1"/>
            <a:t>delete_one_document</a:t>
          </a:r>
          <a:r>
            <a:rPr lang="fr-FR" sz="1900" b="1" kern="1200" dirty="0"/>
            <a:t>()
</a:t>
          </a:r>
          <a:r>
            <a:rPr lang="fr-FR" sz="1900" b="1" kern="1200" dirty="0" err="1"/>
            <a:t>delete_documents</a:t>
          </a:r>
          <a:r>
            <a:rPr lang="fr-FR" sz="1900" b="1" kern="1200" dirty="0"/>
            <a:t>()
</a:t>
          </a:r>
          <a:r>
            <a:rPr lang="fr-FR" sz="1900" b="1" kern="1200" dirty="0" err="1"/>
            <a:t>delete_collection</a:t>
          </a:r>
          <a:r>
            <a:rPr lang="fr-FR" sz="1900" b="1" kern="1200" dirty="0"/>
            <a:t>()
Suppression ciblée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900" kern="1200"/>
        </a:p>
      </dsp:txBody>
      <dsp:txXfrm>
        <a:off x="9242598" y="1990908"/>
        <a:ext cx="2701200" cy="203404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FC74BDE-6627-49B6-90F1-0334E723F64C}" type="datetime1">
              <a:rPr lang="fr-FR" smtClean="0"/>
              <a:t>01/06/2026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28DAF60-E56A-4648-8936-22D801672B6C}" type="datetime1">
              <a:rPr lang="fr-FR" smtClean="0"/>
              <a:t>01/06/2026</a:t>
            </a:fld>
            <a:endParaRPr lang="en-US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 du masque</a:t>
            </a:r>
            <a:endParaRPr lang="en-US"/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641DF6C-ECED-4BD8-8025-73323DD5D35C}" type="datetime1">
              <a:rPr lang="fr-FR" smtClean="0"/>
              <a:t>01/06/2026</a:t>
            </a:fld>
            <a:endParaRPr lang="en-US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897033-9A55-4DAC-991D-1FF1921C78B7}" type="datetime1">
              <a:rPr lang="fr-FR" smtClean="0"/>
              <a:t>01/06/2026</a:t>
            </a:fld>
            <a:endParaRPr lang="en-US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1255F31-5DB3-4925-BA87-822F5B17A2F1}" type="datetime1">
              <a:rPr lang="fr-FR" smtClean="0"/>
              <a:t>01/06/2026</a:t>
            </a:fld>
            <a:endParaRPr lang="en-US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4EF44C-5F50-4A80-A957-57B3338337C0}" type="datetime1">
              <a:rPr lang="fr-FR" smtClean="0"/>
              <a:t>01/06/2026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2D0F46D-59FD-4484-924E-E79DD516B5ED}" type="datetime1">
              <a:rPr lang="fr-FR" smtClean="0"/>
              <a:t>01/06/2026</a:t>
            </a:fld>
            <a:endParaRPr lang="en-US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FAEC910-4AAA-42A1-A49C-7DDC64BC53C6}" type="datetime1">
              <a:rPr lang="fr-FR" smtClean="0"/>
              <a:t>01/06/2026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CEC98BE-FCE2-445F-8146-3A7F8CC3881D}" type="datetime1">
              <a:rPr lang="fr-FR" smtClean="0"/>
              <a:t>01/06/2026</a:t>
            </a:fld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6D0953DD-A6BD-427D-B7A8-BDE378B2E678}" type="datetime1">
              <a:rPr lang="fr-FR" smtClean="0"/>
              <a:t>01/06/2026</a:t>
            </a:fld>
            <a:endParaRPr lang="en-US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E77B56-6788-4F40-A65E-12AFEB3AC095}" type="datetime1">
              <a:rPr lang="fr-FR" smtClean="0"/>
              <a:t>01/06/2026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E5B03D9-FC89-4784-BD60-336471BA7724}" type="datetime1">
              <a:rPr lang="fr-FR" smtClean="0"/>
              <a:t>01/06/2026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 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1" name="Espace réservé de la date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216CB3-B929-446C-876F-83C9B86D9FDE}" type="datetime1">
              <a:rPr lang="fr-FR" smtClean="0"/>
              <a:t>01/06/2026</a:t>
            </a:fld>
            <a:endParaRPr lang="en-US" dirty="0"/>
          </a:p>
        </p:txBody>
      </p:sp>
      <p:sp>
        <p:nvSpPr>
          <p:cNvPr id="12" name="Espace réservé du pied de page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au titre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fr"/>
              <a:t>Modifiez les styles du texte du masque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  <a:endParaRPr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E69A0D1A-B1A6-4A33-B3AE-513EF3B4A7E7}" type="datetime1">
              <a:rPr lang="fr-FR" smtClean="0"/>
              <a:t>01/06/2026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10.xml"/><Relationship Id="rId7" Type="http://schemas.openxmlformats.org/officeDocument/2006/relationships/image" Target="../media/image3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10" Type="http://schemas.openxmlformats.org/officeDocument/2006/relationships/image" Target="../media/image7.png"/><Relationship Id="rId4" Type="http://schemas.openxmlformats.org/officeDocument/2006/relationships/diagramQuickStyle" Target="../diagrams/quickStyle10.xml"/><Relationship Id="rId9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fr-FR" dirty="0"/>
              <a:t>Migrez des données médicales à l'aide du NoSQL</a:t>
            </a:r>
            <a:endParaRPr lang="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 fontScale="55000" lnSpcReduction="20000"/>
          </a:bodyPr>
          <a:lstStyle/>
          <a:p>
            <a:pPr rtl="0"/>
            <a:endParaRPr lang="fr" dirty="0"/>
          </a:p>
          <a:p>
            <a:pPr rtl="0"/>
            <a:r>
              <a:rPr lang="fr" dirty="0"/>
              <a:t>SEBASTIEN ULESIE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6" name="Image 5" descr="Zoom sur un logo&#10;&#10;Description générée automatiquement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8906A09D-B10A-9A50-1CC7-7616EDB4E8D4}"/>
              </a:ext>
            </a:extLst>
          </p:cNvPr>
          <p:cNvSpPr/>
          <p:nvPr/>
        </p:nvSpPr>
        <p:spPr>
          <a:xfrm>
            <a:off x="2359511" y="2495444"/>
            <a:ext cx="1828800" cy="41148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69A5CB0-EC5A-12ED-6B1D-F8B2213D4A8E}"/>
              </a:ext>
            </a:extLst>
          </p:cNvPr>
          <p:cNvSpPr/>
          <p:nvPr/>
        </p:nvSpPr>
        <p:spPr>
          <a:xfrm>
            <a:off x="2359511" y="24954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 3.11</a:t>
            </a:r>
            <a:endParaRPr lang="en-US" sz="12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10EF5F8D-B112-41BA-FBB3-0D1D30C74C92}"/>
              </a:ext>
            </a:extLst>
          </p:cNvPr>
          <p:cNvSpPr/>
          <p:nvPr/>
        </p:nvSpPr>
        <p:spPr>
          <a:xfrm>
            <a:off x="4416911" y="2495444"/>
            <a:ext cx="1828800" cy="411480"/>
          </a:xfrm>
          <a:prstGeom prst="roundRect">
            <a:avLst>
              <a:gd name="adj" fmla="val 26667"/>
            </a:avLst>
          </a:prstGeom>
          <a:solidFill>
            <a:srgbClr val="00ED6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FF5101B1-43B4-333F-BF3E-755660DEE995}"/>
              </a:ext>
            </a:extLst>
          </p:cNvPr>
          <p:cNvSpPr/>
          <p:nvPr/>
        </p:nvSpPr>
        <p:spPr>
          <a:xfrm>
            <a:off x="4416911" y="24954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MongoDB 7</a:t>
            </a:r>
            <a:endParaRPr lang="en-US" sz="12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06CD8C8F-B0CC-67AC-347D-D164238EDFB1}"/>
              </a:ext>
            </a:extLst>
          </p:cNvPr>
          <p:cNvSpPr/>
          <p:nvPr/>
        </p:nvSpPr>
        <p:spPr>
          <a:xfrm>
            <a:off x="6474311" y="2495444"/>
            <a:ext cx="1828800" cy="411480"/>
          </a:xfrm>
          <a:prstGeom prst="roundRect">
            <a:avLst>
              <a:gd name="adj" fmla="val 26667"/>
            </a:avLst>
          </a:prstGeom>
          <a:solidFill>
            <a:srgbClr val="2496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FA0F1F9C-CF71-8CEF-2184-C9097D5932A9}"/>
              </a:ext>
            </a:extLst>
          </p:cNvPr>
          <p:cNvSpPr/>
          <p:nvPr/>
        </p:nvSpPr>
        <p:spPr>
          <a:xfrm>
            <a:off x="6474311" y="24954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Docker</a:t>
            </a:r>
            <a:endParaRPr lang="en-US" sz="12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3FEE1361-097C-8D12-0435-234379519CF5}"/>
              </a:ext>
            </a:extLst>
          </p:cNvPr>
          <p:cNvSpPr/>
          <p:nvPr/>
        </p:nvSpPr>
        <p:spPr>
          <a:xfrm>
            <a:off x="8531711" y="2495444"/>
            <a:ext cx="1828800" cy="411480"/>
          </a:xfrm>
          <a:prstGeom prst="roundRect">
            <a:avLst>
              <a:gd name="adj" fmla="val 26667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D5411994-A2F5-1A64-4D0F-610038279EAD}"/>
              </a:ext>
            </a:extLst>
          </p:cNvPr>
          <p:cNvSpPr/>
          <p:nvPr/>
        </p:nvSpPr>
        <p:spPr>
          <a:xfrm>
            <a:off x="8531711" y="24954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Pytest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0581BB-D273-2748-59E2-5B1D678D7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C0FBDBC2-024B-60B6-BEE4-9D4312913F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5123747"/>
              </p:ext>
            </p:extLst>
          </p:nvPr>
        </p:nvGraphicFramePr>
        <p:xfrm>
          <a:off x="581192" y="1755781"/>
          <a:ext cx="11348216" cy="4803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B99B3D-02B8-72CA-5973-9E0DC630CA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4004857" cy="365125"/>
          </a:xfrm>
        </p:spPr>
        <p:txBody>
          <a:bodyPr/>
          <a:lstStyle/>
          <a:p>
            <a:pPr rtl="0"/>
            <a:fld id="{22897033-9A55-4DAC-991D-1FF1921C78B7}" type="datetime1">
              <a:rPr lang="fr-FR" smtClean="0"/>
              <a:t>01/06/2026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101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8A8E96C1-9811-3ACC-FF1D-1EEC39DA4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1- Contexte de la mission</a:t>
            </a:r>
            <a:br>
              <a:rPr lang="fr-FR" dirty="0"/>
            </a:b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618CEA4-6C78-EB84-913F-1CFCD06F2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Datasolutech</a:t>
            </a:r>
            <a:r>
              <a:rPr lang="fr-FR" dirty="0"/>
              <a:t> – BESOIN - MISSION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69B20C-8811-E032-411C-E9B241C3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01/06/2026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2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5943B5-2F35-F9C9-051D-7DF4E3212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 de la mission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B45894-BF0A-B7E8-B359-57B63E483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01/06/2026</a:t>
            </a:fld>
            <a:endParaRPr lang="en-US" dirty="0"/>
          </a:p>
        </p:txBody>
      </p:sp>
      <p:graphicFrame>
        <p:nvGraphicFramePr>
          <p:cNvPr id="7" name="Espace réservé du contenu 6">
            <a:extLst>
              <a:ext uri="{FF2B5EF4-FFF2-40B4-BE49-F238E27FC236}">
                <a16:creationId xmlns:a16="http://schemas.microsoft.com/office/drawing/2014/main" id="{E28E8F6D-02FF-3D2F-AC7C-9E6FA4F040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9756526"/>
              </p:ext>
            </p:extLst>
          </p:nvPr>
        </p:nvGraphicFramePr>
        <p:xfrm>
          <a:off x="1827120" y="2266216"/>
          <a:ext cx="7800974" cy="20780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B030033F-59A9-CD73-8714-B357588F29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5105775"/>
              </p:ext>
            </p:extLst>
          </p:nvPr>
        </p:nvGraphicFramePr>
        <p:xfrm>
          <a:off x="369753" y="2502568"/>
          <a:ext cx="11241055" cy="6458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E1CFD976-ECE9-FE02-5481-ABB79534CC93}"/>
              </a:ext>
            </a:extLst>
          </p:cNvPr>
          <p:cNvSpPr txBox="1"/>
          <p:nvPr/>
        </p:nvSpPr>
        <p:spPr>
          <a:xfrm>
            <a:off x="5172635" y="4783660"/>
            <a:ext cx="3935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MISSION</a:t>
            </a:r>
          </a:p>
        </p:txBody>
      </p:sp>
    </p:spTree>
    <p:extLst>
      <p:ext uri="{BB962C8B-B14F-4D97-AF65-F5344CB8AC3E}">
        <p14:creationId xmlns:p14="http://schemas.microsoft.com/office/powerpoint/2010/main" val="3103448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404A6-7096-229D-EC18-EF7F2F032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D006A576-0283-0DD7-5B59-FAB50174F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2- Architectures</a:t>
            </a:r>
            <a:br>
              <a:rPr lang="fr-FR" dirty="0"/>
            </a:b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3EDC8F39-6846-2F3E-34EE-C79817AF4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Projet – Base de DONNEES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A0BC93-79B9-1201-4FB1-C255932F1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01/06/2026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831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EF029E-C20D-FC80-6B16-21EC7B080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du projet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7D3905-5571-80C8-8D93-3691E4B98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01/06/2026</a:t>
            </a:fld>
            <a:endParaRPr lang="en-US" dirty="0"/>
          </a:p>
        </p:txBody>
      </p:sp>
      <p:graphicFrame>
        <p:nvGraphicFramePr>
          <p:cNvPr id="8" name="Espace réservé du contenu 7">
            <a:extLst>
              <a:ext uri="{FF2B5EF4-FFF2-40B4-BE49-F238E27FC236}">
                <a16:creationId xmlns:a16="http://schemas.microsoft.com/office/drawing/2014/main" id="{B461B8DE-F1B1-FAE1-6568-4AEC3DADCB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3081484"/>
              </p:ext>
            </p:extLst>
          </p:nvPr>
        </p:nvGraphicFramePr>
        <p:xfrm>
          <a:off x="581025" y="2341563"/>
          <a:ext cx="11029950" cy="3633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5267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7FB500-31E2-A253-F471-070D4CE3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de la DATABASE NoSQL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A3A389-6E5E-0EBC-0315-8D372F3AC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02/06/2026</a:t>
            </a:fld>
            <a:endParaRPr lang="en-US" dirty="0"/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3729E421-7D21-CFA7-F969-C8AD24F6EB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4245717"/>
              </p:ext>
            </p:extLst>
          </p:nvPr>
        </p:nvGraphicFramePr>
        <p:xfrm>
          <a:off x="-331694" y="2106033"/>
          <a:ext cx="11758704" cy="47629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17C7EB83-1D91-AA07-8EBF-5DA35ABBFEF6}"/>
              </a:ext>
            </a:extLst>
          </p:cNvPr>
          <p:cNvSpPr txBox="1"/>
          <p:nvPr/>
        </p:nvSpPr>
        <p:spPr>
          <a:xfrm>
            <a:off x="2761129" y="2663759"/>
            <a:ext cx="5450542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Document { }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47A857E-44AB-1948-8A8B-327C76B91CA9}"/>
              </a:ext>
            </a:extLst>
          </p:cNvPr>
          <p:cNvSpPr txBox="1"/>
          <p:nvPr/>
        </p:nvSpPr>
        <p:spPr>
          <a:xfrm>
            <a:off x="1640541" y="2294427"/>
            <a:ext cx="6571130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</a:rPr>
              <a:t>healthcare_data</a:t>
            </a:r>
            <a:r>
              <a:rPr lang="fr-FR" b="1" dirty="0">
                <a:solidFill>
                  <a:schemeClr val="bg1"/>
                </a:solidFill>
              </a:rPr>
              <a:t> (collection)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A216789-10B1-B224-E3C5-A7B385E37680}"/>
              </a:ext>
            </a:extLst>
          </p:cNvPr>
          <p:cNvSpPr txBox="1"/>
          <p:nvPr/>
        </p:nvSpPr>
        <p:spPr>
          <a:xfrm>
            <a:off x="581192" y="1925095"/>
            <a:ext cx="7630479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</a:rPr>
              <a:t>datasolutech</a:t>
            </a:r>
            <a:r>
              <a:rPr lang="fr-FR" b="1" dirty="0">
                <a:solidFill>
                  <a:schemeClr val="bg1"/>
                </a:solidFill>
              </a:rPr>
              <a:t> (</a:t>
            </a:r>
            <a:r>
              <a:rPr lang="fr-FR" b="1" dirty="0" err="1">
                <a:solidFill>
                  <a:schemeClr val="bg1"/>
                </a:solidFill>
              </a:rPr>
              <a:t>database</a:t>
            </a:r>
            <a:r>
              <a:rPr lang="fr-FR" b="1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385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4E470-DBEA-3E3E-B4CC-DBD805162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FD4FEEA7-085A-AEEF-2CB5-036C48A62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3- Nettoyage &amp; Migration des données vers MongoDB</a:t>
            </a: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D8021E2-B0EB-4ABA-3DE7-76652EBD8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Nettoyage – Harmonisation – Conversion - Migration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873E66-0882-EFC4-5AE0-734DD6107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02/06/2026</a:t>
            </a:fld>
            <a:endParaRPr lang="en-US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A7D7C932-44B2-5C52-96FF-68202CC7D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273" y="5541155"/>
            <a:ext cx="502920" cy="502920"/>
          </a:xfrm>
          <a:prstGeom prst="rect">
            <a:avLst/>
          </a:prstGeom>
        </p:spPr>
      </p:pic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4D2021D8-3758-DAF6-FAAD-D46565257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08" y="5531483"/>
            <a:ext cx="502920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496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DF19B0-E62C-E08E-907D-B92335D2C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Nettoyage &amp; Migration des données vers MongoDB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6F23C268-4E2B-85BD-8EE6-09F0F33E4D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7768642"/>
              </p:ext>
            </p:extLst>
          </p:nvPr>
        </p:nvGraphicFramePr>
        <p:xfrm>
          <a:off x="977451" y="1890876"/>
          <a:ext cx="10237097" cy="4786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284908-15E9-46E2-37AF-EAFFF05BA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01/06/2026</a:t>
            </a:fld>
            <a:endParaRPr lang="en-US" dirty="0"/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72199EC7-BB4C-7625-42AF-3F0C2EAE26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9032119"/>
              </p:ext>
            </p:extLst>
          </p:nvPr>
        </p:nvGraphicFramePr>
        <p:xfrm>
          <a:off x="824901" y="1574858"/>
          <a:ext cx="10542196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067786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B8F37F-C8F6-F3CD-25D0-89C19E320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Nettoyage &amp; Migration des données vers MongoDB</a:t>
            </a:r>
            <a:br>
              <a:rPr lang="fr-FR" dirty="0"/>
            </a:br>
            <a:r>
              <a:rPr lang="fr-FR" sz="2000" dirty="0"/>
              <a:t>pipeline de migration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458E1D-DB07-387B-6192-9825F33CF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02/06/2026</a:t>
            </a:fld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B4F072E-B71E-E220-0FE6-9520A19C963A}"/>
              </a:ext>
            </a:extLst>
          </p:cNvPr>
          <p:cNvSpPr/>
          <p:nvPr/>
        </p:nvSpPr>
        <p:spPr>
          <a:xfrm>
            <a:off x="1512346" y="2666104"/>
            <a:ext cx="1280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A822B19-E634-3E9B-E652-107013EAF998}"/>
              </a:ext>
            </a:extLst>
          </p:cNvPr>
          <p:cNvSpPr/>
          <p:nvPr/>
        </p:nvSpPr>
        <p:spPr>
          <a:xfrm>
            <a:off x="1512346" y="2666104"/>
            <a:ext cx="1280160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C66A6D9-EFB0-2132-79E4-7829E2B120CE}"/>
              </a:ext>
            </a:extLst>
          </p:cNvPr>
          <p:cNvSpPr/>
          <p:nvPr/>
        </p:nvSpPr>
        <p:spPr>
          <a:xfrm>
            <a:off x="1512346" y="26843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44C15F8-A605-2DEA-F97B-3EB22BDCC844}"/>
              </a:ext>
            </a:extLst>
          </p:cNvPr>
          <p:cNvSpPr/>
          <p:nvPr/>
        </p:nvSpPr>
        <p:spPr>
          <a:xfrm>
            <a:off x="1512346" y="30135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CSV</a:t>
            </a:r>
            <a:endParaRPr lang="en-US" sz="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6FBCAEE-6CCD-5948-F3E2-5EB6166EB138}"/>
              </a:ext>
            </a:extLst>
          </p:cNvPr>
          <p:cNvSpPr/>
          <p:nvPr/>
        </p:nvSpPr>
        <p:spPr>
          <a:xfrm>
            <a:off x="1558066" y="3397624"/>
            <a:ext cx="1188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vérification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C09ABD6-E655-2F72-6E13-FCAB3834D5A4}"/>
              </a:ext>
            </a:extLst>
          </p:cNvPr>
          <p:cNvSpPr/>
          <p:nvPr/>
        </p:nvSpPr>
        <p:spPr>
          <a:xfrm>
            <a:off x="2792506" y="4129144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A711CC2-10A2-839B-FD59-190D0828D489}"/>
              </a:ext>
            </a:extLst>
          </p:cNvPr>
          <p:cNvSpPr/>
          <p:nvPr/>
        </p:nvSpPr>
        <p:spPr>
          <a:xfrm>
            <a:off x="2975386" y="2666104"/>
            <a:ext cx="1280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65B5DA2-3B90-CFF6-8B11-2330A1CCF45A}"/>
              </a:ext>
            </a:extLst>
          </p:cNvPr>
          <p:cNvSpPr/>
          <p:nvPr/>
        </p:nvSpPr>
        <p:spPr>
          <a:xfrm>
            <a:off x="2975386" y="2666104"/>
            <a:ext cx="1280160" cy="6400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C20E815-19A7-36DC-8B08-777BE304CF0B}"/>
              </a:ext>
            </a:extLst>
          </p:cNvPr>
          <p:cNvSpPr/>
          <p:nvPr/>
        </p:nvSpPr>
        <p:spPr>
          <a:xfrm>
            <a:off x="2975386" y="26843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35091FA-3AFE-BD94-63BE-02193476B3DB}"/>
              </a:ext>
            </a:extLst>
          </p:cNvPr>
          <p:cNvSpPr/>
          <p:nvPr/>
        </p:nvSpPr>
        <p:spPr>
          <a:xfrm>
            <a:off x="2975386" y="30135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CB93EEF-5BC1-AAC4-F293-4874527DA2BC}"/>
              </a:ext>
            </a:extLst>
          </p:cNvPr>
          <p:cNvSpPr/>
          <p:nvPr/>
        </p:nvSpPr>
        <p:spPr>
          <a:xfrm>
            <a:off x="3021106" y="3397624"/>
            <a:ext cx="1188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colonnes,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dates, types,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coherence</a:t>
            </a:r>
            <a:endParaRPr lang="en-US" sz="9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D14437F-F1C5-BC9A-FBF8-43120EE8877C}"/>
              </a:ext>
            </a:extLst>
          </p:cNvPr>
          <p:cNvSpPr/>
          <p:nvPr/>
        </p:nvSpPr>
        <p:spPr>
          <a:xfrm>
            <a:off x="4255546" y="4129144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795DCA4-5310-44BA-B12C-2E3ADF575C79}"/>
              </a:ext>
            </a:extLst>
          </p:cNvPr>
          <p:cNvSpPr/>
          <p:nvPr/>
        </p:nvSpPr>
        <p:spPr>
          <a:xfrm>
            <a:off x="4438426" y="2666104"/>
            <a:ext cx="1280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0B8E1C8-C6C9-0B1A-733C-05B9BCD4F0FE}"/>
              </a:ext>
            </a:extLst>
          </p:cNvPr>
          <p:cNvSpPr/>
          <p:nvPr/>
        </p:nvSpPr>
        <p:spPr>
          <a:xfrm>
            <a:off x="4438426" y="2666104"/>
            <a:ext cx="1280160" cy="6400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17B77FD-D13A-331D-F709-B4F2EB28BDCD}"/>
              </a:ext>
            </a:extLst>
          </p:cNvPr>
          <p:cNvSpPr/>
          <p:nvPr/>
        </p:nvSpPr>
        <p:spPr>
          <a:xfrm>
            <a:off x="4438426" y="26843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5A6A60C-4165-8E36-FD16-8390390FBD96}"/>
              </a:ext>
            </a:extLst>
          </p:cNvPr>
          <p:cNvSpPr/>
          <p:nvPr/>
        </p:nvSpPr>
        <p:spPr>
          <a:xfrm>
            <a:off x="4438426" y="30135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8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CB5F431-D691-452E-858C-4DC2DFDC0B06}"/>
              </a:ext>
            </a:extLst>
          </p:cNvPr>
          <p:cNvSpPr/>
          <p:nvPr/>
        </p:nvSpPr>
        <p:spPr>
          <a:xfrm>
            <a:off x="4484146" y="3397624"/>
            <a:ext cx="1188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pymongo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connect_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</a:t>
            </a:r>
            <a:endParaRPr lang="en-US" sz="9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38B6781-FC93-826C-D7F2-902B7D0FD42A}"/>
              </a:ext>
            </a:extLst>
          </p:cNvPr>
          <p:cNvSpPr/>
          <p:nvPr/>
        </p:nvSpPr>
        <p:spPr>
          <a:xfrm>
            <a:off x="5718586" y="4129144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53D2C9A-8AAE-7AD5-4ED9-DB9E9D6F364E}"/>
              </a:ext>
            </a:extLst>
          </p:cNvPr>
          <p:cNvSpPr/>
          <p:nvPr/>
        </p:nvSpPr>
        <p:spPr>
          <a:xfrm>
            <a:off x="5901466" y="2666104"/>
            <a:ext cx="1280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5B0A425-3276-1339-903A-6DDE69B0D7B3}"/>
              </a:ext>
            </a:extLst>
          </p:cNvPr>
          <p:cNvSpPr/>
          <p:nvPr/>
        </p:nvSpPr>
        <p:spPr>
          <a:xfrm>
            <a:off x="5901466" y="2666104"/>
            <a:ext cx="1280160" cy="6400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CDEC645-472B-6454-25BF-9A0E7D2407BD}"/>
              </a:ext>
            </a:extLst>
          </p:cNvPr>
          <p:cNvSpPr/>
          <p:nvPr/>
        </p:nvSpPr>
        <p:spPr>
          <a:xfrm>
            <a:off x="5901466" y="26843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D8B3D20-AAEE-420D-8115-89B7E362F797}"/>
              </a:ext>
            </a:extLst>
          </p:cNvPr>
          <p:cNvSpPr/>
          <p:nvPr/>
        </p:nvSpPr>
        <p:spPr>
          <a:xfrm>
            <a:off x="5901466" y="30135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</a:t>
            </a:r>
            <a:endParaRPr lang="en-US" sz="8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9F22AF9-FCC1-C2DF-680E-E35061798C30}"/>
              </a:ext>
            </a:extLst>
          </p:cNvPr>
          <p:cNvSpPr/>
          <p:nvPr/>
        </p:nvSpPr>
        <p:spPr>
          <a:xfrm>
            <a:off x="5947186" y="3397624"/>
            <a:ext cx="1188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+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== </a:t>
            </a:r>
            <a:r>
              <a:rPr lang="en-US" sz="90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</a:t>
            </a: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lignes</a:t>
            </a: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B8D53D7-D385-8DC9-D53D-A735195DBD53}"/>
              </a:ext>
            </a:extLst>
          </p:cNvPr>
          <p:cNvSpPr/>
          <p:nvPr/>
        </p:nvSpPr>
        <p:spPr>
          <a:xfrm>
            <a:off x="7181626" y="4129144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B854DAF5-411E-749B-CA7E-88431CE25B04}"/>
              </a:ext>
            </a:extLst>
          </p:cNvPr>
          <p:cNvSpPr/>
          <p:nvPr/>
        </p:nvSpPr>
        <p:spPr>
          <a:xfrm>
            <a:off x="7364506" y="2666104"/>
            <a:ext cx="1280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593CDE06-068B-CC70-89DF-7CF957C3AB5A}"/>
              </a:ext>
            </a:extLst>
          </p:cNvPr>
          <p:cNvSpPr/>
          <p:nvPr/>
        </p:nvSpPr>
        <p:spPr>
          <a:xfrm>
            <a:off x="7364506" y="2666104"/>
            <a:ext cx="1280160" cy="640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E3C285C-3742-906E-4CAD-4C2F98C3FB5A}"/>
              </a:ext>
            </a:extLst>
          </p:cNvPr>
          <p:cNvSpPr/>
          <p:nvPr/>
        </p:nvSpPr>
        <p:spPr>
          <a:xfrm>
            <a:off x="7364506" y="26843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1AD56D5-531D-3E94-EDCF-F858FEEF985D}"/>
              </a:ext>
            </a:extLst>
          </p:cNvPr>
          <p:cNvSpPr/>
          <p:nvPr/>
        </p:nvSpPr>
        <p:spPr>
          <a:xfrm>
            <a:off x="7364506" y="30135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8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9BC5712-0E0E-3655-12D8-D6E5A51F8897}"/>
              </a:ext>
            </a:extLst>
          </p:cNvPr>
          <p:cNvSpPr/>
          <p:nvPr/>
        </p:nvSpPr>
        <p:spPr>
          <a:xfrm>
            <a:off x="7410226" y="3397624"/>
            <a:ext cx="1188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hospital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dates</a:t>
            </a:r>
            <a:endParaRPr lang="en-US" sz="9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E10B9F42-57BF-FA8A-FAE7-A689BDE31C8A}"/>
              </a:ext>
            </a:extLst>
          </p:cNvPr>
          <p:cNvSpPr/>
          <p:nvPr/>
        </p:nvSpPr>
        <p:spPr>
          <a:xfrm>
            <a:off x="8644666" y="4129144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2BB5AC6-EC59-576E-896E-12D6D5F6ED5C}"/>
              </a:ext>
            </a:extLst>
          </p:cNvPr>
          <p:cNvSpPr/>
          <p:nvPr/>
        </p:nvSpPr>
        <p:spPr>
          <a:xfrm>
            <a:off x="8827546" y="2666104"/>
            <a:ext cx="1280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40BD7EDB-1BC6-E54D-EF07-1086D2C958A9}"/>
              </a:ext>
            </a:extLst>
          </p:cNvPr>
          <p:cNvSpPr/>
          <p:nvPr/>
        </p:nvSpPr>
        <p:spPr>
          <a:xfrm>
            <a:off x="8827546" y="2666104"/>
            <a:ext cx="1280160" cy="6400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02DA009D-02E4-64E7-E938-AA1D1F91108C}"/>
              </a:ext>
            </a:extLst>
          </p:cNvPr>
          <p:cNvSpPr/>
          <p:nvPr/>
        </p:nvSpPr>
        <p:spPr>
          <a:xfrm>
            <a:off x="8827546" y="26843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2D1463F-BE48-A74D-2B15-DA09277295BA}"/>
              </a:ext>
            </a:extLst>
          </p:cNvPr>
          <p:cNvSpPr/>
          <p:nvPr/>
        </p:nvSpPr>
        <p:spPr>
          <a:xfrm>
            <a:off x="8827546" y="30135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2D0C437-CD89-04F8-834F-EF0331873888}"/>
              </a:ext>
            </a:extLst>
          </p:cNvPr>
          <p:cNvSpPr/>
          <p:nvPr/>
        </p:nvSpPr>
        <p:spPr>
          <a:xfrm>
            <a:off x="8873266" y="3397624"/>
            <a:ext cx="1188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find() →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.csv</a:t>
            </a:r>
            <a:endParaRPr lang="en-US" sz="9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94086EE6-7762-F12E-9FE0-703EC3E3F8C8}"/>
              </a:ext>
            </a:extLst>
          </p:cNvPr>
          <p:cNvSpPr/>
          <p:nvPr/>
        </p:nvSpPr>
        <p:spPr>
          <a:xfrm>
            <a:off x="1512346" y="5729344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script_migration_csv_mongodb.py</a:t>
            </a:r>
            <a:endParaRPr lang="en-US" sz="10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F97474A9-CE05-D1F9-8169-32EB4D64CA6D}"/>
              </a:ext>
            </a:extLst>
          </p:cNvPr>
          <p:cNvSpPr/>
          <p:nvPr/>
        </p:nvSpPr>
        <p:spPr>
          <a:xfrm>
            <a:off x="8598946" y="5729344"/>
            <a:ext cx="18518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script_export_csv_mongodb.py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17006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AFA33-D793-D5F6-7682-39079E980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D4D98468-30E4-3DEB-B1FE-51A860D01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4- Opérations CRUD sur MongoDB</a:t>
            </a:r>
            <a:br>
              <a:rPr lang="fr-FR" dirty="0"/>
            </a:b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422FE41-0809-C8D5-5E24-9C2150338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Fonctions CRUD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F5D616-74E8-7601-08C3-4B5433D08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02/06/2026</a:t>
            </a:fld>
            <a:endParaRPr lang="en-US" dirty="0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DF21AE7A-AD32-4DB1-E5D7-ADF342F3E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273" y="5541155"/>
            <a:ext cx="502920" cy="502920"/>
          </a:xfrm>
          <a:prstGeom prst="rect">
            <a:avLst/>
          </a:prstGeom>
        </p:spPr>
      </p:pic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8661C4B3-D33D-FF6C-1CCA-A71303091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08" y="5531483"/>
            <a:ext cx="502920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298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39D90-AB8B-FADA-D5AC-EA67DBF0A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EE90A3-E3C8-A107-EB45-FD9C96AF0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Opérations CRUD sur MongoDB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1653449A-81BA-05E4-2BE8-3ADA672AD34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77451" y="1890876"/>
          <a:ext cx="10237097" cy="4786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6DC71D-561B-9967-BEE4-DFE094E88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02/06/2026</a:t>
            </a:fld>
            <a:endParaRPr lang="en-US" dirty="0"/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AE9A8B6E-5F7A-4113-F70E-17A9595CED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5983702"/>
              </p:ext>
            </p:extLst>
          </p:nvPr>
        </p:nvGraphicFramePr>
        <p:xfrm>
          <a:off x="121853" y="1610040"/>
          <a:ext cx="11948292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62130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0158A-7E94-43EE-B6C4-DDD96AEC1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059E81BC-AE0A-A49A-FEDF-5F020A3B9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5- Conteneurisation avec Docker</a:t>
            </a: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B6A93B93-A47B-60F5-1F07-C1E3B8296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Docker compose - </a:t>
            </a:r>
            <a:r>
              <a:rPr lang="fr-FR" dirty="0" err="1"/>
              <a:t>Dockerfile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BBB3E9-F541-4071-8865-3EE274130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02/06/2026</a:t>
            </a:fld>
            <a:endParaRPr lang="en-US" dirty="0"/>
          </a:p>
        </p:txBody>
      </p:sp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8B11EA8D-8F1B-7D77-D663-C417041E5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609" y="5531483"/>
            <a:ext cx="502920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754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15C43-8134-B3AB-40CA-57F1ED2D7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541E4E-55D9-14F8-978D-B8F35223F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Conteneurisation avec Docker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8245EB9D-58DC-827A-2671-93B7E53D8AE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77451" y="1890876"/>
          <a:ext cx="10237097" cy="4786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8B4325-0E20-131C-6189-3F90EDDBE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02/06/2026</a:t>
            </a:fld>
            <a:endParaRPr lang="en-US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02A6584F-FFB0-B9B3-266A-DEE90D9806C5}"/>
              </a:ext>
            </a:extLst>
          </p:cNvPr>
          <p:cNvSpPr/>
          <p:nvPr/>
        </p:nvSpPr>
        <p:spPr>
          <a:xfrm>
            <a:off x="1450489" y="2309114"/>
            <a:ext cx="8412480" cy="352044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dash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41A890B-AC9E-C0E0-80A6-ACB870C1BE0D}"/>
              </a:ext>
            </a:extLst>
          </p:cNvPr>
          <p:cNvSpPr/>
          <p:nvPr/>
        </p:nvSpPr>
        <p:spPr>
          <a:xfrm>
            <a:off x="1587649" y="235483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10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C13B805-32BD-282B-7D8D-9C2CACD6002A}"/>
              </a:ext>
            </a:extLst>
          </p:cNvPr>
          <p:cNvSpPr/>
          <p:nvPr/>
        </p:nvSpPr>
        <p:spPr>
          <a:xfrm>
            <a:off x="1633369" y="2720594"/>
            <a:ext cx="1828800" cy="2377440"/>
          </a:xfrm>
          <a:prstGeom prst="rect">
            <a:avLst/>
          </a:prstGeom>
          <a:solidFill>
            <a:srgbClr val="F0FF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65C558A-C095-FB3C-75EA-40FC5C05C449}"/>
              </a:ext>
            </a:extLst>
          </p:cNvPr>
          <p:cNvSpPr/>
          <p:nvPr/>
        </p:nvSpPr>
        <p:spPr>
          <a:xfrm>
            <a:off x="2182009" y="2812034"/>
            <a:ext cx="731520" cy="731520"/>
          </a:xfrm>
          <a:prstGeom prst="ellipse">
            <a:avLst/>
          </a:prstGeom>
          <a:solidFill>
            <a:srgbClr val="00ED6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3786E92D-E025-5AF1-75C5-B2DE13DA28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9169" y="2949194"/>
            <a:ext cx="457200" cy="45720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D24E46FB-7586-1D64-2802-36A3F6A345A6}"/>
              </a:ext>
            </a:extLst>
          </p:cNvPr>
          <p:cNvSpPr/>
          <p:nvPr/>
        </p:nvSpPr>
        <p:spPr>
          <a:xfrm>
            <a:off x="1633369" y="363499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mongo_datasolutech</a:t>
            </a:r>
            <a:endParaRPr lang="en-US" sz="9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3111342-20B8-8B1A-3431-E74314259A48}"/>
              </a:ext>
            </a:extLst>
          </p:cNvPr>
          <p:cNvSpPr/>
          <p:nvPr/>
        </p:nvSpPr>
        <p:spPr>
          <a:xfrm>
            <a:off x="1633369" y="400075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7</a:t>
            </a:r>
            <a:endParaRPr lang="en-US" sz="9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FC952B5A-083E-F917-C9B6-F90D4F74FA4E}"/>
              </a:ext>
            </a:extLst>
          </p:cNvPr>
          <p:cNvSpPr/>
          <p:nvPr/>
        </p:nvSpPr>
        <p:spPr>
          <a:xfrm>
            <a:off x="1724809" y="4412234"/>
            <a:ext cx="1645920" cy="2286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135F0C5B-A765-AC45-ED07-ACC948970968}"/>
              </a:ext>
            </a:extLst>
          </p:cNvPr>
          <p:cNvSpPr/>
          <p:nvPr/>
        </p:nvSpPr>
        <p:spPr>
          <a:xfrm>
            <a:off x="1724809" y="441223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27018:27017</a:t>
            </a:r>
            <a:endParaRPr lang="en-US" sz="8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E0BFE299-16AA-F386-814D-3631A0A05546}"/>
              </a:ext>
            </a:extLst>
          </p:cNvPr>
          <p:cNvSpPr/>
          <p:nvPr/>
        </p:nvSpPr>
        <p:spPr>
          <a:xfrm>
            <a:off x="3736489" y="2720594"/>
            <a:ext cx="1828800" cy="2377440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886067B0-80EF-F0AC-8CE6-EE507AD78923}"/>
              </a:ext>
            </a:extLst>
          </p:cNvPr>
          <p:cNvSpPr/>
          <p:nvPr/>
        </p:nvSpPr>
        <p:spPr>
          <a:xfrm>
            <a:off x="4285129" y="2812034"/>
            <a:ext cx="731520" cy="73152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F75E9E24-4C00-C97D-6B34-FFB0EB04BF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2289" y="2949194"/>
            <a:ext cx="457200" cy="457200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E2967FD6-57E4-9F69-603C-7849514C4930}"/>
              </a:ext>
            </a:extLst>
          </p:cNvPr>
          <p:cNvSpPr/>
          <p:nvPr/>
        </p:nvSpPr>
        <p:spPr>
          <a:xfrm>
            <a:off x="3736489" y="363499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9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32AFF124-F254-0693-4827-52D8086D9896}"/>
              </a:ext>
            </a:extLst>
          </p:cNvPr>
          <p:cNvSpPr/>
          <p:nvPr/>
        </p:nvSpPr>
        <p:spPr>
          <a:xfrm>
            <a:off x="3736489" y="400075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-v</a:t>
            </a:r>
            <a:endParaRPr lang="en-US" sz="90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A96EEBE8-EC14-1902-EC0B-EF4E4F414C76}"/>
              </a:ext>
            </a:extLst>
          </p:cNvPr>
          <p:cNvSpPr/>
          <p:nvPr/>
        </p:nvSpPr>
        <p:spPr>
          <a:xfrm>
            <a:off x="3827929" y="4412234"/>
            <a:ext cx="1645920" cy="2286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6C88F981-C487-FD43-D313-6B7E99A199E1}"/>
              </a:ext>
            </a:extLst>
          </p:cNvPr>
          <p:cNvSpPr/>
          <p:nvPr/>
        </p:nvSpPr>
        <p:spPr>
          <a:xfrm>
            <a:off x="3827929" y="441223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Dockerfile.test</a:t>
            </a:r>
            <a:endParaRPr lang="en-US" sz="80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1E812495-7CA8-C26C-DC8B-6CFEE68DD75A}"/>
              </a:ext>
            </a:extLst>
          </p:cNvPr>
          <p:cNvSpPr/>
          <p:nvPr/>
        </p:nvSpPr>
        <p:spPr>
          <a:xfrm>
            <a:off x="5839609" y="2720594"/>
            <a:ext cx="1828800" cy="237744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0FFD5824-6599-8785-300F-49975E3CE2F5}"/>
              </a:ext>
            </a:extLst>
          </p:cNvPr>
          <p:cNvSpPr/>
          <p:nvPr/>
        </p:nvSpPr>
        <p:spPr>
          <a:xfrm>
            <a:off x="6388249" y="2812034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4" name="Image 2" descr="preencoded.png">
            <a:extLst>
              <a:ext uri="{FF2B5EF4-FFF2-40B4-BE49-F238E27FC236}">
                <a16:creationId xmlns:a16="http://schemas.microsoft.com/office/drawing/2014/main" id="{7848806F-A3CC-3E54-126C-1AF4DE344A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5409" y="2949194"/>
            <a:ext cx="457200" cy="457200"/>
          </a:xfrm>
          <a:prstGeom prst="rect">
            <a:avLst/>
          </a:prstGeom>
        </p:spPr>
      </p:pic>
      <p:sp>
        <p:nvSpPr>
          <p:cNvPr id="25" name="Text 19">
            <a:extLst>
              <a:ext uri="{FF2B5EF4-FFF2-40B4-BE49-F238E27FC236}">
                <a16:creationId xmlns:a16="http://schemas.microsoft.com/office/drawing/2014/main" id="{27047BE1-4F3E-7E4C-CE63-3B4342129376}"/>
              </a:ext>
            </a:extLst>
          </p:cNvPr>
          <p:cNvSpPr/>
          <p:nvPr/>
        </p:nvSpPr>
        <p:spPr>
          <a:xfrm>
            <a:off x="5839609" y="363499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migration</a:t>
            </a:r>
            <a:endParaRPr lang="en-US" sz="90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82FF321C-C12F-E775-856C-5DDCD56A8F54}"/>
              </a:ext>
            </a:extLst>
          </p:cNvPr>
          <p:cNvSpPr/>
          <p:nvPr/>
        </p:nvSpPr>
        <p:spPr>
          <a:xfrm>
            <a:off x="5839609" y="400075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script_migration</a:t>
            </a:r>
            <a:endParaRPr lang="en-US" sz="90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09F50441-292B-D311-AAF9-05004BD7912C}"/>
              </a:ext>
            </a:extLst>
          </p:cNvPr>
          <p:cNvSpPr/>
          <p:nvPr/>
        </p:nvSpPr>
        <p:spPr>
          <a:xfrm>
            <a:off x="5931049" y="4412234"/>
            <a:ext cx="1645920" cy="2286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32F8A713-4440-F48E-31D1-3B8A69B8DF76}"/>
              </a:ext>
            </a:extLst>
          </p:cNvPr>
          <p:cNvSpPr/>
          <p:nvPr/>
        </p:nvSpPr>
        <p:spPr>
          <a:xfrm>
            <a:off x="5931049" y="441223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800" dirty="0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39C1ED14-EB6A-7EF2-F540-636910E47BAC}"/>
              </a:ext>
            </a:extLst>
          </p:cNvPr>
          <p:cNvSpPr/>
          <p:nvPr/>
        </p:nvSpPr>
        <p:spPr>
          <a:xfrm>
            <a:off x="7942729" y="2720594"/>
            <a:ext cx="1828800" cy="237744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784EB558-9113-BCA2-125D-62F38FC7E755}"/>
              </a:ext>
            </a:extLst>
          </p:cNvPr>
          <p:cNvSpPr/>
          <p:nvPr/>
        </p:nvSpPr>
        <p:spPr>
          <a:xfrm>
            <a:off x="8491369" y="2812034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3" descr="preencoded.png">
            <a:extLst>
              <a:ext uri="{FF2B5EF4-FFF2-40B4-BE49-F238E27FC236}">
                <a16:creationId xmlns:a16="http://schemas.microsoft.com/office/drawing/2014/main" id="{5F3A9952-E2A8-4EC5-FE58-2FD3899D6F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28529" y="2949194"/>
            <a:ext cx="457200" cy="457200"/>
          </a:xfrm>
          <a:prstGeom prst="rect">
            <a:avLst/>
          </a:prstGeom>
        </p:spPr>
      </p:pic>
      <p:sp>
        <p:nvSpPr>
          <p:cNvPr id="32" name="Text 25">
            <a:extLst>
              <a:ext uri="{FF2B5EF4-FFF2-40B4-BE49-F238E27FC236}">
                <a16:creationId xmlns:a16="http://schemas.microsoft.com/office/drawing/2014/main" id="{4DCA37BC-D16F-01F0-45CD-E001B1A75144}"/>
              </a:ext>
            </a:extLst>
          </p:cNvPr>
          <p:cNvSpPr/>
          <p:nvPr/>
        </p:nvSpPr>
        <p:spPr>
          <a:xfrm>
            <a:off x="7942729" y="363499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endParaRPr lang="en-US" sz="900" dirty="0"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F118D41A-1E99-854F-DD08-2A8ECC20D333}"/>
              </a:ext>
            </a:extLst>
          </p:cNvPr>
          <p:cNvSpPr/>
          <p:nvPr/>
        </p:nvSpPr>
        <p:spPr>
          <a:xfrm>
            <a:off x="7942729" y="400075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script_export</a:t>
            </a:r>
            <a:endParaRPr lang="en-US" sz="900" dirty="0"/>
          </a:p>
        </p:txBody>
      </p:sp>
      <p:sp>
        <p:nvSpPr>
          <p:cNvPr id="34" name="Shape 27">
            <a:extLst>
              <a:ext uri="{FF2B5EF4-FFF2-40B4-BE49-F238E27FC236}">
                <a16:creationId xmlns:a16="http://schemas.microsoft.com/office/drawing/2014/main" id="{F70E384F-4902-1D34-C6AF-065952F1D610}"/>
              </a:ext>
            </a:extLst>
          </p:cNvPr>
          <p:cNvSpPr/>
          <p:nvPr/>
        </p:nvSpPr>
        <p:spPr>
          <a:xfrm>
            <a:off x="8034169" y="4412234"/>
            <a:ext cx="1645920" cy="2286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3A5EFD72-A691-413C-919F-ABA4B30A81B0}"/>
              </a:ext>
            </a:extLst>
          </p:cNvPr>
          <p:cNvSpPr/>
          <p:nvPr/>
        </p:nvSpPr>
        <p:spPr>
          <a:xfrm>
            <a:off x="8034169" y="441223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Dockerfile.export</a:t>
            </a:r>
            <a:endParaRPr lang="en-US" sz="800" dirty="0"/>
          </a:p>
        </p:txBody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DA5324AE-E4C6-7450-5A85-8BF21506EA7C}"/>
              </a:ext>
            </a:extLst>
          </p:cNvPr>
          <p:cNvSpPr/>
          <p:nvPr/>
        </p:nvSpPr>
        <p:spPr>
          <a:xfrm>
            <a:off x="3462169" y="3589274"/>
            <a:ext cx="2743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3343446E-774E-8B85-20F0-FEAF03F83C53}"/>
              </a:ext>
            </a:extLst>
          </p:cNvPr>
          <p:cNvSpPr/>
          <p:nvPr/>
        </p:nvSpPr>
        <p:spPr>
          <a:xfrm>
            <a:off x="3599329" y="34426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</a:rPr>
              <a:t>▶</a:t>
            </a:r>
            <a:endParaRPr lang="en-US" sz="900" dirty="0"/>
          </a:p>
        </p:txBody>
      </p:sp>
      <p:sp>
        <p:nvSpPr>
          <p:cNvPr id="38" name="Shape 31">
            <a:extLst>
              <a:ext uri="{FF2B5EF4-FFF2-40B4-BE49-F238E27FC236}">
                <a16:creationId xmlns:a16="http://schemas.microsoft.com/office/drawing/2014/main" id="{F6F87320-CDB7-837E-4F73-A30E03291D39}"/>
              </a:ext>
            </a:extLst>
          </p:cNvPr>
          <p:cNvSpPr/>
          <p:nvPr/>
        </p:nvSpPr>
        <p:spPr>
          <a:xfrm>
            <a:off x="5565289" y="3589274"/>
            <a:ext cx="2743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9A52496F-81D7-8872-6900-5A71EF44350E}"/>
              </a:ext>
            </a:extLst>
          </p:cNvPr>
          <p:cNvSpPr/>
          <p:nvPr/>
        </p:nvSpPr>
        <p:spPr>
          <a:xfrm>
            <a:off x="5702449" y="34515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</a:rPr>
              <a:t>▶</a:t>
            </a:r>
            <a:endParaRPr lang="en-US" sz="900" dirty="0"/>
          </a:p>
        </p:txBody>
      </p:sp>
      <p:sp>
        <p:nvSpPr>
          <p:cNvPr id="40" name="Shape 33">
            <a:extLst>
              <a:ext uri="{FF2B5EF4-FFF2-40B4-BE49-F238E27FC236}">
                <a16:creationId xmlns:a16="http://schemas.microsoft.com/office/drawing/2014/main" id="{4C24E256-906B-430B-FB13-B3DB39BE6DF2}"/>
              </a:ext>
            </a:extLst>
          </p:cNvPr>
          <p:cNvSpPr/>
          <p:nvPr/>
        </p:nvSpPr>
        <p:spPr>
          <a:xfrm>
            <a:off x="7668409" y="3589274"/>
            <a:ext cx="2743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4">
            <a:extLst>
              <a:ext uri="{FF2B5EF4-FFF2-40B4-BE49-F238E27FC236}">
                <a16:creationId xmlns:a16="http://schemas.microsoft.com/office/drawing/2014/main" id="{B4D79776-C202-A837-A796-4DCAF3784CD0}"/>
              </a:ext>
            </a:extLst>
          </p:cNvPr>
          <p:cNvSpPr/>
          <p:nvPr/>
        </p:nvSpPr>
        <p:spPr>
          <a:xfrm>
            <a:off x="7805569" y="34426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</a:rPr>
              <a:t>▶</a:t>
            </a:r>
            <a:endParaRPr lang="en-US" sz="900" dirty="0"/>
          </a:p>
        </p:txBody>
      </p:sp>
      <p:sp>
        <p:nvSpPr>
          <p:cNvPr id="42" name="Text 35">
            <a:extLst>
              <a:ext uri="{FF2B5EF4-FFF2-40B4-BE49-F238E27FC236}">
                <a16:creationId xmlns:a16="http://schemas.microsoft.com/office/drawing/2014/main" id="{CB6B55C9-47D6-0D55-8598-903F4C501B95}"/>
              </a:ext>
            </a:extLst>
          </p:cNvPr>
          <p:cNvSpPr/>
          <p:nvPr/>
        </p:nvSpPr>
        <p:spPr>
          <a:xfrm>
            <a:off x="3827929" y="514375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depends_on →</a:t>
            </a:r>
            <a:endParaRPr lang="en-US" sz="900" dirty="0"/>
          </a:p>
        </p:txBody>
      </p:sp>
      <p:sp>
        <p:nvSpPr>
          <p:cNvPr id="43" name="Shape 36">
            <a:extLst>
              <a:ext uri="{FF2B5EF4-FFF2-40B4-BE49-F238E27FC236}">
                <a16:creationId xmlns:a16="http://schemas.microsoft.com/office/drawing/2014/main" id="{963FBE4E-6C14-B0BE-463E-BC009FB29F27}"/>
              </a:ext>
            </a:extLst>
          </p:cNvPr>
          <p:cNvSpPr/>
          <p:nvPr/>
        </p:nvSpPr>
        <p:spPr>
          <a:xfrm>
            <a:off x="1633369" y="5463794"/>
            <a:ext cx="80467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37">
            <a:extLst>
              <a:ext uri="{FF2B5EF4-FFF2-40B4-BE49-F238E27FC236}">
                <a16:creationId xmlns:a16="http://schemas.microsoft.com/office/drawing/2014/main" id="{F587038D-C4E3-5FAB-BA3C-9F16E43D8B21}"/>
              </a:ext>
            </a:extLst>
          </p:cNvPr>
          <p:cNvSpPr/>
          <p:nvPr/>
        </p:nvSpPr>
        <p:spPr>
          <a:xfrm>
            <a:off x="1633369" y="546379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Volume: volume_mongodb  •  Montage: ./donnees:/donnees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06544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8552A-B34A-B770-AF04-5E25431C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CD77B0A-66E1-E883-D93E-7D822542A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6- Tests Automatisés</a:t>
            </a: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1FED0C61-C18A-CA61-8E2E-CB564BE55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Pytest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F7BD05-7D1A-7395-B8B7-C801B232F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02/06/2026</a:t>
            </a:fld>
            <a:endParaRPr lang="en-US" dirty="0"/>
          </a:p>
        </p:txBody>
      </p:sp>
      <p:pic>
        <p:nvPicPr>
          <p:cNvPr id="3" name="Image 3" descr="preencoded.png">
            <a:extLst>
              <a:ext uri="{FF2B5EF4-FFF2-40B4-BE49-F238E27FC236}">
                <a16:creationId xmlns:a16="http://schemas.microsoft.com/office/drawing/2014/main" id="{178AF92A-BCB6-D393-69AD-24B6DDD72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44" y="5531483"/>
            <a:ext cx="502920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670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9BC31-72DB-76A5-B6B2-8C3E8AC46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CD4A27-DA0D-AF78-E16F-0122F6D7F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Tests automatisés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B05DBB8C-31CF-C777-3D0C-7BAD34BDF5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77451" y="1890876"/>
          <a:ext cx="10237097" cy="4786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4A6FA0-E982-B4C9-167B-C07246DAF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02/06/2026</a:t>
            </a:fld>
            <a:endParaRPr lang="en-US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7C5F66EE-F55F-1D03-4BDB-A1E37CED4AC2}"/>
              </a:ext>
            </a:extLst>
          </p:cNvPr>
          <p:cNvSpPr/>
          <p:nvPr/>
        </p:nvSpPr>
        <p:spPr>
          <a:xfrm>
            <a:off x="1539240" y="2237155"/>
            <a:ext cx="4114800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B70594A9-2621-74D1-4514-C074A28F847B}"/>
              </a:ext>
            </a:extLst>
          </p:cNvPr>
          <p:cNvSpPr/>
          <p:nvPr/>
        </p:nvSpPr>
        <p:spPr>
          <a:xfrm>
            <a:off x="1539240" y="2237155"/>
            <a:ext cx="41148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AC23E95F-BDED-2F5A-D57D-7472A185D577}"/>
              </a:ext>
            </a:extLst>
          </p:cNvPr>
          <p:cNvSpPr/>
          <p:nvPr/>
        </p:nvSpPr>
        <p:spPr>
          <a:xfrm>
            <a:off x="1630680" y="2237155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Intégrité CSV</a:t>
            </a:r>
            <a:endParaRPr lang="en-US" sz="1200" dirty="0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F63A851E-1E46-3D05-CDC2-8BD5EAF7CF5D}"/>
              </a:ext>
            </a:extLst>
          </p:cNvPr>
          <p:cNvSpPr/>
          <p:nvPr/>
        </p:nvSpPr>
        <p:spPr>
          <a:xfrm>
            <a:off x="1676400" y="2740075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test_cleaning_df.py</a:t>
            </a:r>
            <a:endParaRPr lang="en-US" sz="800" dirty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987DAF3B-7541-C338-E28C-5C18C74A9F83}"/>
              </a:ext>
            </a:extLst>
          </p:cNvPr>
          <p:cNvSpPr/>
          <p:nvPr/>
        </p:nvSpPr>
        <p:spPr>
          <a:xfrm>
            <a:off x="1676400" y="3014395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dataset vide</a:t>
            </a:r>
            <a:endParaRPr lang="en-US" sz="1000" dirty="0"/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13969FE4-410F-5CFF-7485-CBBEE9F1297D}"/>
              </a:ext>
            </a:extLst>
          </p:cNvPr>
          <p:cNvSpPr/>
          <p:nvPr/>
        </p:nvSpPr>
        <p:spPr>
          <a:xfrm>
            <a:off x="1676400" y="3252139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100% nulles</a:t>
            </a:r>
            <a:endParaRPr lang="en-US" sz="1000" dirty="0"/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EF3DD63F-FED0-6C03-4B3D-B05FDFADB63D}"/>
              </a:ext>
            </a:extLst>
          </p:cNvPr>
          <p:cNvSpPr/>
          <p:nvPr/>
        </p:nvSpPr>
        <p:spPr>
          <a:xfrm>
            <a:off x="1676400" y="3489883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 complets</a:t>
            </a:r>
            <a:endParaRPr lang="en-US" sz="1000" dirty="0"/>
          </a:p>
        </p:txBody>
      </p:sp>
      <p:sp>
        <p:nvSpPr>
          <p:cNvPr id="51" name="Text 10">
            <a:extLst>
              <a:ext uri="{FF2B5EF4-FFF2-40B4-BE49-F238E27FC236}">
                <a16:creationId xmlns:a16="http://schemas.microsoft.com/office/drawing/2014/main" id="{FBCCAADA-FA17-50B9-691E-8CC28291F400}"/>
              </a:ext>
            </a:extLst>
          </p:cNvPr>
          <p:cNvSpPr/>
          <p:nvPr/>
        </p:nvSpPr>
        <p:spPr>
          <a:xfrm>
            <a:off x="1676400" y="3727627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âges &amp; billing</a:t>
            </a:r>
            <a:endParaRPr lang="en-US" sz="1000" dirty="0"/>
          </a:p>
        </p:txBody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EA1BD816-703E-3350-662C-840B851F7236}"/>
              </a:ext>
            </a:extLst>
          </p:cNvPr>
          <p:cNvSpPr/>
          <p:nvPr/>
        </p:nvSpPr>
        <p:spPr>
          <a:xfrm>
            <a:off x="1676400" y="3965371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dates</a:t>
            </a:r>
            <a:endParaRPr lang="en-US" sz="1000" dirty="0"/>
          </a:p>
        </p:txBody>
      </p:sp>
      <p:sp>
        <p:nvSpPr>
          <p:cNvPr id="53" name="Text 12">
            <a:extLst>
              <a:ext uri="{FF2B5EF4-FFF2-40B4-BE49-F238E27FC236}">
                <a16:creationId xmlns:a16="http://schemas.microsoft.com/office/drawing/2014/main" id="{0F80ADDF-53A8-4F9A-7848-CA4C27CAF23C}"/>
              </a:ext>
            </a:extLst>
          </p:cNvPr>
          <p:cNvSpPr/>
          <p:nvPr/>
        </p:nvSpPr>
        <p:spPr>
          <a:xfrm>
            <a:off x="1676400" y="4203115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colonnes &amp; types</a:t>
            </a:r>
            <a:endParaRPr lang="en-US" sz="1000" dirty="0"/>
          </a:p>
        </p:txBody>
      </p:sp>
      <p:sp>
        <p:nvSpPr>
          <p:cNvPr id="54" name="Shape 13">
            <a:extLst>
              <a:ext uri="{FF2B5EF4-FFF2-40B4-BE49-F238E27FC236}">
                <a16:creationId xmlns:a16="http://schemas.microsoft.com/office/drawing/2014/main" id="{5D6CEC83-C08B-4378-EF72-847D9BE67B73}"/>
              </a:ext>
            </a:extLst>
          </p:cNvPr>
          <p:cNvSpPr/>
          <p:nvPr/>
        </p:nvSpPr>
        <p:spPr>
          <a:xfrm>
            <a:off x="5928360" y="2237155"/>
            <a:ext cx="4114800" cy="182880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Shape 14">
            <a:extLst>
              <a:ext uri="{FF2B5EF4-FFF2-40B4-BE49-F238E27FC236}">
                <a16:creationId xmlns:a16="http://schemas.microsoft.com/office/drawing/2014/main" id="{67E9FC26-E1FE-E2C7-217F-A9305A48B2D1}"/>
              </a:ext>
            </a:extLst>
          </p:cNvPr>
          <p:cNvSpPr/>
          <p:nvPr/>
        </p:nvSpPr>
        <p:spPr>
          <a:xfrm>
            <a:off x="5928360" y="2237155"/>
            <a:ext cx="411480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6" name="Text 15">
            <a:extLst>
              <a:ext uri="{FF2B5EF4-FFF2-40B4-BE49-F238E27FC236}">
                <a16:creationId xmlns:a16="http://schemas.microsoft.com/office/drawing/2014/main" id="{5065D26B-E276-F644-4961-2F8BA9276731}"/>
              </a:ext>
            </a:extLst>
          </p:cNvPr>
          <p:cNvSpPr/>
          <p:nvPr/>
        </p:nvSpPr>
        <p:spPr>
          <a:xfrm>
            <a:off x="6019800" y="2237155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Intégration MongoDB</a:t>
            </a:r>
            <a:endParaRPr lang="en-US" sz="1200" dirty="0"/>
          </a:p>
        </p:txBody>
      </p:sp>
      <p:sp>
        <p:nvSpPr>
          <p:cNvPr id="57" name="Text 16">
            <a:extLst>
              <a:ext uri="{FF2B5EF4-FFF2-40B4-BE49-F238E27FC236}">
                <a16:creationId xmlns:a16="http://schemas.microsoft.com/office/drawing/2014/main" id="{D515A207-A2A0-78AE-06BD-A69AF0551F5D}"/>
              </a:ext>
            </a:extLst>
          </p:cNvPr>
          <p:cNvSpPr/>
          <p:nvPr/>
        </p:nvSpPr>
        <p:spPr>
          <a:xfrm>
            <a:off x="6065520" y="2740075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test_crud_mongodb.py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test_migration_index_mongodb.py</a:t>
            </a:r>
            <a:endParaRPr lang="en-US" sz="800" dirty="0"/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428F0166-8392-26F8-39BD-1A4A616F5083}"/>
              </a:ext>
            </a:extLst>
          </p:cNvPr>
          <p:cNvSpPr/>
          <p:nvPr/>
        </p:nvSpPr>
        <p:spPr>
          <a:xfrm>
            <a:off x="6065520" y="3014395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→ documents</a:t>
            </a:r>
            <a:endParaRPr lang="en-US" sz="1000" dirty="0"/>
          </a:p>
        </p:txBody>
      </p:sp>
      <p:sp>
        <p:nvSpPr>
          <p:cNvPr id="59" name="Text 18">
            <a:extLst>
              <a:ext uri="{FF2B5EF4-FFF2-40B4-BE49-F238E27FC236}">
                <a16:creationId xmlns:a16="http://schemas.microsoft.com/office/drawing/2014/main" id="{E1523ADB-3888-FACB-6328-957F6548F4BE}"/>
              </a:ext>
            </a:extLst>
          </p:cNvPr>
          <p:cNvSpPr/>
          <p:nvPr/>
        </p:nvSpPr>
        <p:spPr>
          <a:xfrm>
            <a:off x="6065520" y="3252139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docs = nb lignes CSV</a:t>
            </a:r>
            <a:endParaRPr lang="en-US" sz="1000" dirty="0"/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65B37341-BC62-817E-7B67-DD16032A9E78}"/>
              </a:ext>
            </a:extLst>
          </p:cNvPr>
          <p:cNvSpPr/>
          <p:nvPr/>
        </p:nvSpPr>
        <p:spPr>
          <a:xfrm>
            <a:off x="6065520" y="3489883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créés correctement</a:t>
            </a:r>
            <a:endParaRPr lang="en-US" sz="1000" dirty="0"/>
          </a:p>
        </p:txBody>
      </p:sp>
      <p:sp>
        <p:nvSpPr>
          <p:cNvPr id="61" name="Text 20">
            <a:extLst>
              <a:ext uri="{FF2B5EF4-FFF2-40B4-BE49-F238E27FC236}">
                <a16:creationId xmlns:a16="http://schemas.microsoft.com/office/drawing/2014/main" id="{82AE8AB6-C1ED-E486-1E63-487686207977}"/>
              </a:ext>
            </a:extLst>
          </p:cNvPr>
          <p:cNvSpPr/>
          <p:nvPr/>
        </p:nvSpPr>
        <p:spPr>
          <a:xfrm>
            <a:off x="6065520" y="3727627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 (Create, Read, Update, Delete)</a:t>
            </a:r>
            <a:endParaRPr lang="en-US" sz="1000" dirty="0"/>
          </a:p>
        </p:txBody>
      </p:sp>
      <p:sp>
        <p:nvSpPr>
          <p:cNvPr id="62" name="Shape 21">
            <a:extLst>
              <a:ext uri="{FF2B5EF4-FFF2-40B4-BE49-F238E27FC236}">
                <a16:creationId xmlns:a16="http://schemas.microsoft.com/office/drawing/2014/main" id="{8769F371-707A-69CA-BD11-E683044E6033}"/>
              </a:ext>
            </a:extLst>
          </p:cNvPr>
          <p:cNvSpPr/>
          <p:nvPr/>
        </p:nvSpPr>
        <p:spPr>
          <a:xfrm>
            <a:off x="1539240" y="4248835"/>
            <a:ext cx="4114800" cy="182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3" name="Shape 22">
            <a:extLst>
              <a:ext uri="{FF2B5EF4-FFF2-40B4-BE49-F238E27FC236}">
                <a16:creationId xmlns:a16="http://schemas.microsoft.com/office/drawing/2014/main" id="{D3A9F139-F68A-4191-6D6E-81092CE2AC3C}"/>
              </a:ext>
            </a:extLst>
          </p:cNvPr>
          <p:cNvSpPr/>
          <p:nvPr/>
        </p:nvSpPr>
        <p:spPr>
          <a:xfrm>
            <a:off x="1539240" y="4248835"/>
            <a:ext cx="4114800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4" name="Text 23">
            <a:extLst>
              <a:ext uri="{FF2B5EF4-FFF2-40B4-BE49-F238E27FC236}">
                <a16:creationId xmlns:a16="http://schemas.microsoft.com/office/drawing/2014/main" id="{42AAA3F3-6EDE-9E90-8520-4EBBE5F0BB51}"/>
              </a:ext>
            </a:extLst>
          </p:cNvPr>
          <p:cNvSpPr/>
          <p:nvPr/>
        </p:nvSpPr>
        <p:spPr>
          <a:xfrm>
            <a:off x="1630680" y="4248835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Export MongoDB</a:t>
            </a:r>
            <a:endParaRPr lang="en-US" sz="1200" dirty="0"/>
          </a:p>
        </p:txBody>
      </p:sp>
      <p:sp>
        <p:nvSpPr>
          <p:cNvPr id="65" name="Text 24">
            <a:extLst>
              <a:ext uri="{FF2B5EF4-FFF2-40B4-BE49-F238E27FC236}">
                <a16:creationId xmlns:a16="http://schemas.microsoft.com/office/drawing/2014/main" id="{CA692D35-464E-0279-59FD-0AD075E395F0}"/>
              </a:ext>
            </a:extLst>
          </p:cNvPr>
          <p:cNvSpPr/>
          <p:nvPr/>
        </p:nvSpPr>
        <p:spPr>
          <a:xfrm>
            <a:off x="1676400" y="4751755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test_export_mongodb.py</a:t>
            </a:r>
            <a:endParaRPr lang="en-US" sz="800" dirty="0"/>
          </a:p>
        </p:txBody>
      </p:sp>
      <p:sp>
        <p:nvSpPr>
          <p:cNvPr id="66" name="Text 25">
            <a:extLst>
              <a:ext uri="{FF2B5EF4-FFF2-40B4-BE49-F238E27FC236}">
                <a16:creationId xmlns:a16="http://schemas.microsoft.com/office/drawing/2014/main" id="{E1317ECE-7776-3456-200F-AC728435EECA}"/>
              </a:ext>
            </a:extLst>
          </p:cNvPr>
          <p:cNvSpPr/>
          <p:nvPr/>
        </p:nvSpPr>
        <p:spPr>
          <a:xfrm>
            <a:off x="1676400" y="5026075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find() → DataFrame</a:t>
            </a:r>
            <a:endParaRPr lang="en-US" sz="1000" dirty="0"/>
          </a:p>
        </p:txBody>
      </p:sp>
      <p:sp>
        <p:nvSpPr>
          <p:cNvPr id="67" name="Text 26">
            <a:extLst>
              <a:ext uri="{FF2B5EF4-FFF2-40B4-BE49-F238E27FC236}">
                <a16:creationId xmlns:a16="http://schemas.microsoft.com/office/drawing/2014/main" id="{B93C61EC-D585-2583-4773-39222D89E8B2}"/>
              </a:ext>
            </a:extLst>
          </p:cNvPr>
          <p:cNvSpPr/>
          <p:nvPr/>
        </p:nvSpPr>
        <p:spPr>
          <a:xfrm>
            <a:off x="1676400" y="5263819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en .csv</a:t>
            </a:r>
            <a:endParaRPr lang="en-US" sz="1000" dirty="0"/>
          </a:p>
        </p:txBody>
      </p:sp>
      <p:sp>
        <p:nvSpPr>
          <p:cNvPr id="68" name="Text 27">
            <a:extLst>
              <a:ext uri="{FF2B5EF4-FFF2-40B4-BE49-F238E27FC236}">
                <a16:creationId xmlns:a16="http://schemas.microsoft.com/office/drawing/2014/main" id="{79E5F25E-FB90-D0FE-C63B-DAAA46969439}"/>
              </a:ext>
            </a:extLst>
          </p:cNvPr>
          <p:cNvSpPr/>
          <p:nvPr/>
        </p:nvSpPr>
        <p:spPr>
          <a:xfrm>
            <a:off x="1676400" y="5501563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du fichier exporté</a:t>
            </a:r>
            <a:endParaRPr lang="en-US" sz="1000" dirty="0"/>
          </a:p>
        </p:txBody>
      </p:sp>
      <p:sp>
        <p:nvSpPr>
          <p:cNvPr id="69" name="Shape 28">
            <a:extLst>
              <a:ext uri="{FF2B5EF4-FFF2-40B4-BE49-F238E27FC236}">
                <a16:creationId xmlns:a16="http://schemas.microsoft.com/office/drawing/2014/main" id="{9E348784-5453-6AD1-7C3B-E5F95B4FC0E8}"/>
              </a:ext>
            </a:extLst>
          </p:cNvPr>
          <p:cNvSpPr/>
          <p:nvPr/>
        </p:nvSpPr>
        <p:spPr>
          <a:xfrm>
            <a:off x="5928360" y="4248835"/>
            <a:ext cx="4114800" cy="1828800"/>
          </a:xfrm>
          <a:prstGeom prst="rect">
            <a:avLst/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0" name="Shape 29">
            <a:extLst>
              <a:ext uri="{FF2B5EF4-FFF2-40B4-BE49-F238E27FC236}">
                <a16:creationId xmlns:a16="http://schemas.microsoft.com/office/drawing/2014/main" id="{513BD963-852F-0B24-CD5F-5E1EF885CA83}"/>
              </a:ext>
            </a:extLst>
          </p:cNvPr>
          <p:cNvSpPr/>
          <p:nvPr/>
        </p:nvSpPr>
        <p:spPr>
          <a:xfrm>
            <a:off x="5928360" y="4248835"/>
            <a:ext cx="41148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1" name="Text 30">
            <a:extLst>
              <a:ext uri="{FF2B5EF4-FFF2-40B4-BE49-F238E27FC236}">
                <a16:creationId xmlns:a16="http://schemas.microsoft.com/office/drawing/2014/main" id="{85C61878-8BDB-11A0-4A46-D9AB36DF804C}"/>
              </a:ext>
            </a:extLst>
          </p:cNvPr>
          <p:cNvSpPr/>
          <p:nvPr/>
        </p:nvSpPr>
        <p:spPr>
          <a:xfrm>
            <a:off x="6019800" y="4248835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Isolation des tests</a:t>
            </a:r>
            <a:endParaRPr lang="en-US" sz="1200" dirty="0"/>
          </a:p>
        </p:txBody>
      </p:sp>
      <p:sp>
        <p:nvSpPr>
          <p:cNvPr id="72" name="Text 31">
            <a:extLst>
              <a:ext uri="{FF2B5EF4-FFF2-40B4-BE49-F238E27FC236}">
                <a16:creationId xmlns:a16="http://schemas.microsoft.com/office/drawing/2014/main" id="{D105F764-5A44-DA1B-84C5-8D017E748F3B}"/>
              </a:ext>
            </a:extLst>
          </p:cNvPr>
          <p:cNvSpPr/>
          <p:nvPr/>
        </p:nvSpPr>
        <p:spPr>
          <a:xfrm>
            <a:off x="6065520" y="4751755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 dédiée</a:t>
            </a:r>
            <a:endParaRPr lang="en-US" sz="800" dirty="0"/>
          </a:p>
        </p:txBody>
      </p:sp>
      <p:sp>
        <p:nvSpPr>
          <p:cNvPr id="73" name="Text 32">
            <a:extLst>
              <a:ext uri="{FF2B5EF4-FFF2-40B4-BE49-F238E27FC236}">
                <a16:creationId xmlns:a16="http://schemas.microsoft.com/office/drawing/2014/main" id="{D22DC63E-A259-BAD0-789C-17ADAE9D85F0}"/>
              </a:ext>
            </a:extLst>
          </p:cNvPr>
          <p:cNvSpPr/>
          <p:nvPr/>
        </p:nvSpPr>
        <p:spPr>
          <a:xfrm>
            <a:off x="6065520" y="5026075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test utilise healthcare_test_&lt;nom&gt;</a:t>
            </a:r>
            <a:endParaRPr lang="en-US" sz="1000" dirty="0"/>
          </a:p>
        </p:txBody>
      </p:sp>
      <p:sp>
        <p:nvSpPr>
          <p:cNvPr id="74" name="Text 33">
            <a:extLst>
              <a:ext uri="{FF2B5EF4-FFF2-40B4-BE49-F238E27FC236}">
                <a16:creationId xmlns:a16="http://schemas.microsoft.com/office/drawing/2014/main" id="{F3B161B4-FF56-CBA1-E00B-F008BAC0C69A}"/>
              </a:ext>
            </a:extLst>
          </p:cNvPr>
          <p:cNvSpPr/>
          <p:nvPr/>
        </p:nvSpPr>
        <p:spPr>
          <a:xfrm>
            <a:off x="6065520" y="5263819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impact sur la collection principale</a:t>
            </a:r>
            <a:endParaRPr lang="en-US" sz="1000" dirty="0"/>
          </a:p>
        </p:txBody>
      </p:sp>
      <p:sp>
        <p:nvSpPr>
          <p:cNvPr id="75" name="Text 34">
            <a:extLst>
              <a:ext uri="{FF2B5EF4-FFF2-40B4-BE49-F238E27FC236}">
                <a16:creationId xmlns:a16="http://schemas.microsoft.com/office/drawing/2014/main" id="{2D5FC413-CDAB-7B80-D507-177D3683B99D}"/>
              </a:ext>
            </a:extLst>
          </p:cNvPr>
          <p:cNvSpPr/>
          <p:nvPr/>
        </p:nvSpPr>
        <p:spPr>
          <a:xfrm>
            <a:off x="6065520" y="5501563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post-test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17240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2DB19-B98E-D269-9BD7-DDCB7263B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C8F79FED-94CE-F551-36FD-85042A0A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7- Déploiement cloud AWS</a:t>
            </a: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FDD0F86-E26E-CC9D-6250-6B737B2E2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Amazon Web Services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5E1A86-F6D5-0AFA-DA7E-C8AFF766F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02/06/2026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791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3F32C-E77B-2AC0-680B-3EAE92306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88F422-2F35-0EB1-BB77-EDC2A276F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Déploiement cloud AWS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4F440B41-9471-89D4-EE6B-2A2E345667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77451" y="1890876"/>
          <a:ext cx="10237097" cy="4786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90C022-5ED8-4593-1353-9CABDFCC6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02/06/2026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FB6E38-43D5-2B6C-5797-26471BBD68B5}"/>
              </a:ext>
            </a:extLst>
          </p:cNvPr>
          <p:cNvSpPr/>
          <p:nvPr/>
        </p:nvSpPr>
        <p:spPr>
          <a:xfrm>
            <a:off x="274320" y="1645920"/>
            <a:ext cx="2743200" cy="5943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☁️ Amazon S3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75086E-91B8-45C3-E5FE-2507EB689835}"/>
              </a:ext>
            </a:extLst>
          </p:cNvPr>
          <p:cNvSpPr/>
          <p:nvPr/>
        </p:nvSpPr>
        <p:spPr>
          <a:xfrm>
            <a:off x="274320" y="2240280"/>
            <a:ext cx="2743200" cy="3200400"/>
          </a:xfrm>
          <a:prstGeom prst="rect">
            <a:avLst/>
          </a:prstGeom>
          <a:solidFill>
            <a:srgbClr val="D6E8F7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50F109F7-B111-3E85-5B47-599A3D667067}"/>
              </a:ext>
            </a:extLst>
          </p:cNvPr>
          <p:cNvSpPr txBox="1"/>
          <p:nvPr/>
        </p:nvSpPr>
        <p:spPr>
          <a:xfrm>
            <a:off x="365760" y="23317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76C"/>
                </a:solidFill>
              </a:rPr>
              <a:t>Stockage d'objets
• Archivage des CSV source
• Backup des exports
• Faible coût
• Haute disponibilité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9C62B0-0950-F444-EEC0-97BDEE11860B}"/>
              </a:ext>
            </a:extLst>
          </p:cNvPr>
          <p:cNvSpPr/>
          <p:nvPr/>
        </p:nvSpPr>
        <p:spPr>
          <a:xfrm>
            <a:off x="3246120" y="1645920"/>
            <a:ext cx="2743200" cy="5943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🗄️ Amazon DocumentDB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83059C-20D7-9BD6-1158-1114B66FBCAA}"/>
              </a:ext>
            </a:extLst>
          </p:cNvPr>
          <p:cNvSpPr/>
          <p:nvPr/>
        </p:nvSpPr>
        <p:spPr>
          <a:xfrm>
            <a:off x="3246120" y="2240280"/>
            <a:ext cx="2743200" cy="3200400"/>
          </a:xfrm>
          <a:prstGeom prst="rect">
            <a:avLst/>
          </a:prstGeom>
          <a:solidFill>
            <a:srgbClr val="D6E8F7"/>
          </a:solidFill>
          <a:ln w="1905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23A2F8DA-A564-0BF9-AE2A-7D6AFED72670}"/>
              </a:ext>
            </a:extLst>
          </p:cNvPr>
          <p:cNvSpPr txBox="1"/>
          <p:nvPr/>
        </p:nvSpPr>
        <p:spPr>
          <a:xfrm>
            <a:off x="3337560" y="23317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76C"/>
                </a:solidFill>
              </a:rPr>
              <a:t>Compatible MongoDB
• Service managé AWS
• Scalabilité automatique
• Sécurité intégrée
• Haute disponibilité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4002A0-1D06-A4B8-ADB3-2FD3800E5E6F}"/>
              </a:ext>
            </a:extLst>
          </p:cNvPr>
          <p:cNvSpPr/>
          <p:nvPr/>
        </p:nvSpPr>
        <p:spPr>
          <a:xfrm>
            <a:off x="6217920" y="1645920"/>
            <a:ext cx="2743200" cy="594360"/>
          </a:xfrm>
          <a:prstGeom prst="rect">
            <a:avLst/>
          </a:prstGeom>
          <a:solidFill>
            <a:srgbClr val="FF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🐳 Amazon ECS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CED304-455F-7F70-CE70-2082BD475DFA}"/>
              </a:ext>
            </a:extLst>
          </p:cNvPr>
          <p:cNvSpPr/>
          <p:nvPr/>
        </p:nvSpPr>
        <p:spPr>
          <a:xfrm>
            <a:off x="6217920" y="2240280"/>
            <a:ext cx="2743200" cy="3200400"/>
          </a:xfrm>
          <a:prstGeom prst="rect">
            <a:avLst/>
          </a:prstGeom>
          <a:solidFill>
            <a:srgbClr val="D6E8F7"/>
          </a:solidFill>
          <a:ln w="19050">
            <a:solidFill>
              <a:srgbClr val="FF4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8C93D0FC-B31A-D196-1B08-B868C7ECB481}"/>
              </a:ext>
            </a:extLst>
          </p:cNvPr>
          <p:cNvSpPr txBox="1"/>
          <p:nvPr/>
        </p:nvSpPr>
        <p:spPr>
          <a:xfrm>
            <a:off x="6309359" y="23317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76C"/>
                </a:solidFill>
              </a:rPr>
              <a:t>Conteneurs Docker
• Déploiement des images
• Orchestration auto
• Intégration CI/CD
• Gestion des services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B15167-9E07-961B-B011-7CC64BAA0973}"/>
              </a:ext>
            </a:extLst>
          </p:cNvPr>
          <p:cNvSpPr/>
          <p:nvPr/>
        </p:nvSpPr>
        <p:spPr>
          <a:xfrm>
            <a:off x="9189720" y="1645920"/>
            <a:ext cx="2743200" cy="594360"/>
          </a:xfrm>
          <a:prstGeom prst="rect">
            <a:avLst/>
          </a:prstGeom>
          <a:solidFill>
            <a:srgbClr val="52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🔧 Amazon RDS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21FB65-0849-32B2-F1E2-073ABF19FAB9}"/>
              </a:ext>
            </a:extLst>
          </p:cNvPr>
          <p:cNvSpPr/>
          <p:nvPr/>
        </p:nvSpPr>
        <p:spPr>
          <a:xfrm>
            <a:off x="9189720" y="2240280"/>
            <a:ext cx="2743200" cy="3200400"/>
          </a:xfrm>
          <a:prstGeom prst="rect">
            <a:avLst/>
          </a:prstGeom>
          <a:solidFill>
            <a:srgbClr val="D6E8F7"/>
          </a:solidFill>
          <a:ln w="19050">
            <a:solidFill>
              <a:srgbClr val="5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B8408B66-A751-0C62-8405-90F11200F7E4}"/>
              </a:ext>
            </a:extLst>
          </p:cNvPr>
          <p:cNvSpPr txBox="1"/>
          <p:nvPr/>
        </p:nvSpPr>
        <p:spPr>
          <a:xfrm>
            <a:off x="9281160" y="23317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76C"/>
                </a:solidFill>
              </a:rPr>
              <a:t>Base de données managée
• Pour données relationnelles
• Backup automatique
• Multi-AZ disponible
• Complémentaire MongoDB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E25B12-E566-118C-C41E-4DB0267A5817}"/>
              </a:ext>
            </a:extLst>
          </p:cNvPr>
          <p:cNvSpPr/>
          <p:nvPr/>
        </p:nvSpPr>
        <p:spPr>
          <a:xfrm>
            <a:off x="274320" y="5577840"/>
            <a:ext cx="11430000" cy="1005840"/>
          </a:xfrm>
          <a:prstGeom prst="rect">
            <a:avLst/>
          </a:prstGeom>
          <a:solidFill>
            <a:srgbClr val="FFF3CD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491D107C-89B5-A9B3-F0DB-9FF921996652}"/>
              </a:ext>
            </a:extLst>
          </p:cNvPr>
          <p:cNvSpPr txBox="1"/>
          <p:nvPr/>
        </p:nvSpPr>
        <p:spPr>
          <a:xfrm>
            <a:off x="457200" y="5623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🏗️ Architecture cible AWS :</a:t>
            </a: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FAAE2C5D-7AD8-A928-F232-72B4BD5DA1AC}"/>
              </a:ext>
            </a:extLst>
          </p:cNvPr>
          <p:cNvSpPr txBox="1"/>
          <p:nvPr/>
        </p:nvSpPr>
        <p:spPr>
          <a:xfrm>
            <a:off x="3200400" y="5623560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76C"/>
                </a:solidFill>
              </a:rPr>
              <a:t>CSV / Source  →  S3 (stockage)  →  ECS (conteneurs Docker migration/export)  →  DocumentDB (MongoDB)  →  S3 (export CSV)
Avantages : scalabilité, disponibilité, sécurité, coûts maîtrisés, zéro maintenance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388238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173DD-8B01-2DFE-0336-FC0C11FD9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DD8329DB-B52F-708A-1060-F7589E349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8- Justification des choix technologiques</a:t>
            </a: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F4F8687-CF62-DE18-8E19-D8D76630C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0EEF7F-E711-A0A2-A4DF-5CCC1373A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02/06/2026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96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D1141-72C7-C595-355A-B5D06C0DD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8D41E2-0A13-D8B2-779E-59CC3CB69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JUSTIFICATION DES CHOIX TECHNOLOGIQUES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D3D08C96-D578-DDB0-9990-2FBF00A39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D6630D-267B-621C-03E9-18DC2A747D5C}"/>
              </a:ext>
            </a:extLst>
          </p:cNvPr>
          <p:cNvSpPr/>
          <p:nvPr/>
        </p:nvSpPr>
        <p:spPr>
          <a:xfrm>
            <a:off x="283285" y="1783081"/>
            <a:ext cx="5486400" cy="5943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🍃 MongoDB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B2150F-7841-4A00-A9EB-708E6AA5C413}"/>
              </a:ext>
            </a:extLst>
          </p:cNvPr>
          <p:cNvSpPr/>
          <p:nvPr/>
        </p:nvSpPr>
        <p:spPr>
          <a:xfrm>
            <a:off x="283285" y="2377441"/>
            <a:ext cx="5486400" cy="1874519"/>
          </a:xfrm>
          <a:prstGeom prst="rect">
            <a:avLst/>
          </a:prstGeom>
          <a:solidFill>
            <a:srgbClr val="D6E8F7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24F82B61-0502-AA14-2FC2-2401DC35EEAC}"/>
              </a:ext>
            </a:extLst>
          </p:cNvPr>
          <p:cNvSpPr txBox="1"/>
          <p:nvPr/>
        </p:nvSpPr>
        <p:spPr>
          <a:xfrm>
            <a:off x="420444" y="2468880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76C"/>
                </a:solidFill>
              </a:rPr>
              <a:t>• Schéma flexible (documents JSON)
• Adapté aux données médicales hétérogènes
• Scalabilité horizontale
• Index pour performances
• Ecosystème riche (pymongo)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97D2D4-49EF-820D-C5F1-8EB259591E7A}"/>
              </a:ext>
            </a:extLst>
          </p:cNvPr>
          <p:cNvSpPr/>
          <p:nvPr/>
        </p:nvSpPr>
        <p:spPr>
          <a:xfrm>
            <a:off x="6226885" y="1783081"/>
            <a:ext cx="5486400" cy="594360"/>
          </a:xfrm>
          <a:prstGeom prst="rect">
            <a:avLst/>
          </a:prstGeom>
          <a:solidFill>
            <a:srgbClr val="30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🐍 Python / pandas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86CB84-B420-1CDA-BA8E-11673F9ADFA9}"/>
              </a:ext>
            </a:extLst>
          </p:cNvPr>
          <p:cNvSpPr/>
          <p:nvPr/>
        </p:nvSpPr>
        <p:spPr>
          <a:xfrm>
            <a:off x="6226885" y="2377441"/>
            <a:ext cx="5486400" cy="1874519"/>
          </a:xfrm>
          <a:prstGeom prst="rect">
            <a:avLst/>
          </a:prstGeom>
          <a:solidFill>
            <a:srgbClr val="D6E8F7"/>
          </a:solidFill>
          <a:ln w="19050">
            <a:solidFill>
              <a:srgbClr val="306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7D8D90AD-4AAF-D679-E7C6-2F4D3DE4F743}"/>
              </a:ext>
            </a:extLst>
          </p:cNvPr>
          <p:cNvSpPr txBox="1"/>
          <p:nvPr/>
        </p:nvSpPr>
        <p:spPr>
          <a:xfrm>
            <a:off x="6364045" y="2468880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76C"/>
                </a:solidFill>
              </a:rPr>
              <a:t>• Nettoyage de données puissant
• Intégration native pymongo
• Code modulaire et maintenable
• Tests avec pytest
• Large communauté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1991D4-A8B1-BFEE-E5C0-3D23E5C573D7}"/>
              </a:ext>
            </a:extLst>
          </p:cNvPr>
          <p:cNvSpPr/>
          <p:nvPr/>
        </p:nvSpPr>
        <p:spPr>
          <a:xfrm>
            <a:off x="283285" y="4389121"/>
            <a:ext cx="5486400" cy="594360"/>
          </a:xfrm>
          <a:prstGeom prst="rect">
            <a:avLst/>
          </a:prstGeom>
          <a:solidFill>
            <a:srgbClr val="039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🐳 Docker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C4F2F4-E263-E427-64B8-B3633D672867}"/>
              </a:ext>
            </a:extLst>
          </p:cNvPr>
          <p:cNvSpPr/>
          <p:nvPr/>
        </p:nvSpPr>
        <p:spPr>
          <a:xfrm>
            <a:off x="283285" y="4983481"/>
            <a:ext cx="5486400" cy="1874519"/>
          </a:xfrm>
          <a:prstGeom prst="rect">
            <a:avLst/>
          </a:prstGeom>
          <a:solidFill>
            <a:srgbClr val="D6E8F7"/>
          </a:solidFill>
          <a:ln w="19050">
            <a:solidFill>
              <a:srgbClr val="039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EA35B883-F7BC-FD04-04DC-FFA5FBAAA45B}"/>
              </a:ext>
            </a:extLst>
          </p:cNvPr>
          <p:cNvSpPr txBox="1"/>
          <p:nvPr/>
        </p:nvSpPr>
        <p:spPr>
          <a:xfrm>
            <a:off x="420444" y="5074921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76C"/>
                </a:solidFill>
              </a:rPr>
              <a:t>• Environnement reproductible
• Isolation des services
• Déploiement simplifié
• Composition multi-services
• Portabilité totale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D46E58-6A48-ABA1-DBB8-E21BAF0E9F9F}"/>
              </a:ext>
            </a:extLst>
          </p:cNvPr>
          <p:cNvSpPr/>
          <p:nvPr/>
        </p:nvSpPr>
        <p:spPr>
          <a:xfrm>
            <a:off x="6226885" y="4389121"/>
            <a:ext cx="548640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☁️ AWS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207AA9-CAE7-A968-E845-F93398B504BD}"/>
              </a:ext>
            </a:extLst>
          </p:cNvPr>
          <p:cNvSpPr/>
          <p:nvPr/>
        </p:nvSpPr>
        <p:spPr>
          <a:xfrm>
            <a:off x="6226885" y="4983481"/>
            <a:ext cx="5486400" cy="1874519"/>
          </a:xfrm>
          <a:prstGeom prst="rect">
            <a:avLst/>
          </a:prstGeom>
          <a:solidFill>
            <a:srgbClr val="D6E8F7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14">
            <a:extLst>
              <a:ext uri="{FF2B5EF4-FFF2-40B4-BE49-F238E27FC236}">
                <a16:creationId xmlns:a16="http://schemas.microsoft.com/office/drawing/2014/main" id="{4B74B46F-EAB1-1914-4FF9-33FEC47E33EF}"/>
              </a:ext>
            </a:extLst>
          </p:cNvPr>
          <p:cNvSpPr txBox="1"/>
          <p:nvPr/>
        </p:nvSpPr>
        <p:spPr>
          <a:xfrm>
            <a:off x="6364045" y="5074921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76C"/>
                </a:solidFill>
              </a:rPr>
              <a:t>• Infrastructure managée
• Haute disponibilité
• Sécurité enterprise
• Scalabilité on-demand
• Services complémentaires</a:t>
            </a:r>
          </a:p>
        </p:txBody>
      </p:sp>
    </p:spTree>
    <p:extLst>
      <p:ext uri="{BB962C8B-B14F-4D97-AF65-F5344CB8AC3E}">
        <p14:creationId xmlns:p14="http://schemas.microsoft.com/office/powerpoint/2010/main" val="1592308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FF07263C-067E-9E13-03BB-5E6100C18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Bilan et perspectives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561DFB75-921A-D949-3E0B-E858BC02A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011680"/>
            <a:ext cx="5501641" cy="4412233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Migration </a:t>
            </a:r>
            <a:r>
              <a:rPr lang="en-US" sz="180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automatisée</a:t>
            </a:r>
            <a:r>
              <a:rPr lang="en-US" sz="18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et reproductible via Docker Compose</a:t>
            </a:r>
          </a:p>
          <a:p>
            <a:r>
              <a:rPr lang="en-US" sz="18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Données </a:t>
            </a:r>
            <a:r>
              <a:rPr lang="en-US" sz="180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nettoyées</a:t>
            </a:r>
            <a:r>
              <a:rPr lang="en-US" sz="18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typées</a:t>
            </a:r>
            <a:r>
              <a:rPr lang="en-US" sz="18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80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cohérentes</a:t>
            </a:r>
            <a:r>
              <a:rPr lang="en-US" sz="18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avant</a:t>
            </a:r>
            <a:r>
              <a:rPr lang="en-US" sz="18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insertion</a:t>
            </a:r>
          </a:p>
          <a:p>
            <a:r>
              <a:rPr lang="en-US" sz="18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Index MongoDB pour des </a:t>
            </a:r>
            <a:r>
              <a:rPr lang="en-US" sz="180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requêtes</a:t>
            </a:r>
            <a:r>
              <a:rPr lang="en-US" sz="18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performantes</a:t>
            </a:r>
            <a:endParaRPr lang="en-US" sz="1800" dirty="0">
              <a:solidFill>
                <a:srgbClr val="FFFFFF"/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en-US" sz="18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Suite de tests </a:t>
            </a:r>
            <a:r>
              <a:rPr lang="en-US" sz="180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automatisés</a:t>
            </a:r>
            <a:r>
              <a:rPr lang="en-US" sz="18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(CSV, </a:t>
            </a:r>
            <a:r>
              <a:rPr lang="en-US" sz="180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intégration</a:t>
            </a:r>
            <a:r>
              <a:rPr lang="en-US" sz="18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, CRUD, export)</a:t>
            </a:r>
          </a:p>
          <a:p>
            <a:r>
              <a:rPr lang="en-US" sz="18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Export CSV </a:t>
            </a:r>
            <a:r>
              <a:rPr lang="en-US" sz="180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depuis</a:t>
            </a:r>
            <a:r>
              <a:rPr lang="en-US" sz="18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MongoDB pour restitution des données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194F2B51-DED5-21C8-C7D5-65B4B3DBB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6039" y="1717989"/>
            <a:ext cx="5501641" cy="5071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</a:rPr>
              <a:t>Perspectives : </a:t>
            </a:r>
          </a:p>
          <a:p>
            <a:r>
              <a:rPr lang="fr-FR" dirty="0">
                <a:solidFill>
                  <a:schemeClr val="bg1"/>
                </a:solidFill>
              </a:rPr>
              <a:t>Déploiement cloud AWS</a:t>
            </a:r>
          </a:p>
          <a:p>
            <a:r>
              <a:rPr lang="fr-FR" dirty="0">
                <a:solidFill>
                  <a:schemeClr val="bg1"/>
                </a:solidFill>
              </a:rPr>
              <a:t>Authentification MongoDB </a:t>
            </a:r>
          </a:p>
          <a:p>
            <a:r>
              <a:rPr lang="fr-FR" dirty="0">
                <a:solidFill>
                  <a:schemeClr val="bg1"/>
                </a:solidFill>
              </a:rPr>
              <a:t>API REST  </a:t>
            </a:r>
          </a:p>
          <a:p>
            <a:r>
              <a:rPr lang="fr-FR" dirty="0">
                <a:solidFill>
                  <a:schemeClr val="bg1"/>
                </a:solidFill>
              </a:rPr>
              <a:t> Tableau de bord de monitoring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886762-B5AB-8018-4F83-43D53431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1255F31-5DB3-4925-BA87-822F5B17A2F1}" type="datetime1">
              <a:rPr lang="fr-FR" smtClean="0"/>
              <a:t>01/06/2026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82491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773_TF33552983" id="{8919647C-0055-458C-B827-A2A950DB19BD}" vid="{05B00E4D-3D0B-4DF2-A663-65D33D96257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{E5AA1841-0B6B-420C-B166-ADB295CE9748}TF201209c3-d067-44f9-a26f-c8f216c44313bd85a48a_win32-aaf37d2e3a1e</Template>
  <TotalTime>0</TotalTime>
  <Words>1248</Words>
  <Application>Microsoft Office PowerPoint</Application>
  <PresentationFormat>Grand écran</PresentationFormat>
  <Paragraphs>244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7" baseType="lpstr">
      <vt:lpstr>Calibri</vt:lpstr>
      <vt:lpstr>Consolas</vt:lpstr>
      <vt:lpstr>Franklin Gothic Book</vt:lpstr>
      <vt:lpstr>Franklin Gothic Demi</vt:lpstr>
      <vt:lpstr>Wingdings 2</vt:lpstr>
      <vt:lpstr>DividendVTI</vt:lpstr>
      <vt:lpstr>Migrez des données médicales à l'aide du NoSQL</vt:lpstr>
      <vt:lpstr>Sommaire</vt:lpstr>
      <vt:lpstr>1- Contexte de la mission </vt:lpstr>
      <vt:lpstr>Contexte de la mission</vt:lpstr>
      <vt:lpstr>2- Architectures </vt:lpstr>
      <vt:lpstr>Architecture du projet</vt:lpstr>
      <vt:lpstr>Architecture de la DATABASE NoSQL</vt:lpstr>
      <vt:lpstr>3- Nettoyage &amp; Migration des données vers MongoDB  </vt:lpstr>
      <vt:lpstr>Nettoyage &amp; Migration des données vers MongoDB</vt:lpstr>
      <vt:lpstr>Nettoyage &amp; Migration des données vers MongoDB pipeline de migration</vt:lpstr>
      <vt:lpstr>4- Opérations CRUD sur MongoDB </vt:lpstr>
      <vt:lpstr>Opérations CRUD sur MongoDB</vt:lpstr>
      <vt:lpstr>5- Conteneurisation avec Docker  </vt:lpstr>
      <vt:lpstr>Conteneurisation avec Docker</vt:lpstr>
      <vt:lpstr>6- Tests Automatisés  </vt:lpstr>
      <vt:lpstr>Tests automatisés</vt:lpstr>
      <vt:lpstr>7- Déploiement cloud AWS  </vt:lpstr>
      <vt:lpstr>Déploiement cloud AWS</vt:lpstr>
      <vt:lpstr>8- Justification des choix technologiques  </vt:lpstr>
      <vt:lpstr>JUSTIFICATION DES CHOIX TECHNOLOGIQUES</vt:lpstr>
      <vt:lpstr>Bilan et perspectives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Sébastien Ulésie</dc:creator>
  <cp:lastModifiedBy>Sébastien Ulésie</cp:lastModifiedBy>
  <cp:revision>100</cp:revision>
  <dcterms:created xsi:type="dcterms:W3CDTF">2026-04-28T09:18:39Z</dcterms:created>
  <dcterms:modified xsi:type="dcterms:W3CDTF">2026-06-01T23:38:18Z</dcterms:modified>
</cp:coreProperties>
</file>